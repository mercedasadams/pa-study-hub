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6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7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9" r:id="rId10"/>
    <p:sldId id="270" r:id="rId11"/>
    <p:sldId id="271" r:id="rId12"/>
    <p:sldId id="272" r:id="rId13"/>
    <p:sldId id="273" r:id="rId14"/>
    <p:sldId id="302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303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305" r:id="rId36"/>
    <p:sldId id="296" r:id="rId37"/>
    <p:sldId id="297" r:id="rId38"/>
    <p:sldId id="298" r:id="rId39"/>
    <p:sldId id="299" r:id="rId40"/>
    <p:sldId id="300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13" r:id="rId49"/>
    <p:sldId id="314" r:id="rId50"/>
    <p:sldId id="315" r:id="rId51"/>
    <p:sldId id="316" r:id="rId52"/>
    <p:sldId id="318" r:id="rId53"/>
    <p:sldId id="320" r:id="rId54"/>
    <p:sldId id="336" r:id="rId55"/>
    <p:sldId id="337" r:id="rId56"/>
    <p:sldId id="338" r:id="rId57"/>
    <p:sldId id="321" r:id="rId58"/>
    <p:sldId id="322" r:id="rId59"/>
    <p:sldId id="323" r:id="rId60"/>
    <p:sldId id="324" r:id="rId61"/>
    <p:sldId id="331" r:id="rId62"/>
    <p:sldId id="332" r:id="rId63"/>
    <p:sldId id="333" r:id="rId64"/>
    <p:sldId id="334" r:id="rId65"/>
    <p:sldId id="335" r:id="rId66"/>
    <p:sldId id="343" r:id="rId67"/>
    <p:sldId id="325" r:id="rId68"/>
    <p:sldId id="327" r:id="rId69"/>
    <p:sldId id="326" r:id="rId70"/>
    <p:sldId id="328" r:id="rId71"/>
    <p:sldId id="329" r:id="rId72"/>
    <p:sldId id="330" r:id="rId73"/>
    <p:sldId id="339" r:id="rId74"/>
    <p:sldId id="340" r:id="rId75"/>
    <p:sldId id="342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8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71"/>
    <p:restoredTop sz="90677"/>
  </p:normalViewPr>
  <p:slideViewPr>
    <p:cSldViewPr snapToGrid="0">
      <p:cViewPr varScale="1">
        <p:scale>
          <a:sx n="115" d="100"/>
          <a:sy n="115" d="100"/>
        </p:scale>
        <p:origin x="54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19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29A3D1-BF01-4FB5-89BA-9A1A356ACCD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56A5DD4-F504-4D72-BA60-A6120167DF59}">
      <dgm:prSet/>
      <dgm:spPr/>
      <dgm:t>
        <a:bodyPr/>
        <a:lstStyle/>
        <a:p>
          <a:r>
            <a:rPr lang="en-US"/>
            <a:t>Esophageal anatomy &amp; physiology</a:t>
          </a:r>
        </a:p>
      </dgm:t>
    </dgm:pt>
    <dgm:pt modelId="{189F77C3-00F8-4FCB-9ED7-FE41E27B8D13}" type="parTrans" cxnId="{84CA9F88-AE53-4883-A9C4-AD8FC2D615FD}">
      <dgm:prSet/>
      <dgm:spPr/>
      <dgm:t>
        <a:bodyPr/>
        <a:lstStyle/>
        <a:p>
          <a:endParaRPr lang="en-US"/>
        </a:p>
      </dgm:t>
    </dgm:pt>
    <dgm:pt modelId="{19F2E444-D5D4-488C-8083-96AE8DC89B8B}" type="sibTrans" cxnId="{84CA9F88-AE53-4883-A9C4-AD8FC2D615FD}">
      <dgm:prSet/>
      <dgm:spPr/>
      <dgm:t>
        <a:bodyPr/>
        <a:lstStyle/>
        <a:p>
          <a:endParaRPr lang="en-US"/>
        </a:p>
      </dgm:t>
    </dgm:pt>
    <dgm:pt modelId="{E411BE3A-3E08-4AAF-AECF-E2A82377F67D}">
      <dgm:prSet/>
      <dgm:spPr/>
      <dgm:t>
        <a:bodyPr/>
        <a:lstStyle/>
        <a:p>
          <a:r>
            <a:rPr lang="en-US" dirty="0"/>
            <a:t>Dysphagia evaluation</a:t>
          </a:r>
        </a:p>
      </dgm:t>
    </dgm:pt>
    <dgm:pt modelId="{817346B0-DB3A-4A8F-9F57-11E7066C653A}" type="parTrans" cxnId="{4A302C81-4CE7-433F-AFC4-60F0CCC76D2C}">
      <dgm:prSet/>
      <dgm:spPr/>
      <dgm:t>
        <a:bodyPr/>
        <a:lstStyle/>
        <a:p>
          <a:endParaRPr lang="en-US"/>
        </a:p>
      </dgm:t>
    </dgm:pt>
    <dgm:pt modelId="{090A7E27-1C53-453F-A25A-0DFB28A90124}" type="sibTrans" cxnId="{4A302C81-4CE7-433F-AFC4-60F0CCC76D2C}">
      <dgm:prSet/>
      <dgm:spPr/>
      <dgm:t>
        <a:bodyPr/>
        <a:lstStyle/>
        <a:p>
          <a:endParaRPr lang="en-US"/>
        </a:p>
      </dgm:t>
    </dgm:pt>
    <dgm:pt modelId="{B8A2E72E-1FC6-4F27-B57A-1E538A8D09EB}">
      <dgm:prSet/>
      <dgm:spPr/>
      <dgm:t>
        <a:bodyPr/>
        <a:lstStyle/>
        <a:p>
          <a:r>
            <a:rPr lang="en-US" dirty="0"/>
            <a:t>GERD &amp; Barrett’s esophagus</a:t>
          </a:r>
        </a:p>
      </dgm:t>
    </dgm:pt>
    <dgm:pt modelId="{B197BC3C-50A6-4461-B535-A4FE5D9F8216}" type="parTrans" cxnId="{C0B29788-775A-4887-8231-5CA26C2530A1}">
      <dgm:prSet/>
      <dgm:spPr/>
      <dgm:t>
        <a:bodyPr/>
        <a:lstStyle/>
        <a:p>
          <a:endParaRPr lang="en-US"/>
        </a:p>
      </dgm:t>
    </dgm:pt>
    <dgm:pt modelId="{9749B19A-1CF6-4283-832B-34EEE0AABE74}" type="sibTrans" cxnId="{C0B29788-775A-4887-8231-5CA26C2530A1}">
      <dgm:prSet/>
      <dgm:spPr/>
      <dgm:t>
        <a:bodyPr/>
        <a:lstStyle/>
        <a:p>
          <a:endParaRPr lang="en-US"/>
        </a:p>
      </dgm:t>
    </dgm:pt>
    <dgm:pt modelId="{0016C333-253F-4C33-8E51-2D8EF6D4E317}">
      <dgm:prSet/>
      <dgm:spPr/>
      <dgm:t>
        <a:bodyPr/>
        <a:lstStyle/>
        <a:p>
          <a:r>
            <a:rPr lang="en-US" dirty="0"/>
            <a:t>Esophagitis &amp; strictures</a:t>
          </a:r>
        </a:p>
      </dgm:t>
    </dgm:pt>
    <dgm:pt modelId="{A4C05BC0-DA99-4AAB-AB83-057E4A1DB43E}" type="parTrans" cxnId="{770A1103-3404-4A98-9AF6-95AF660EE0CA}">
      <dgm:prSet/>
      <dgm:spPr/>
      <dgm:t>
        <a:bodyPr/>
        <a:lstStyle/>
        <a:p>
          <a:endParaRPr lang="en-US"/>
        </a:p>
      </dgm:t>
    </dgm:pt>
    <dgm:pt modelId="{8D53CEAA-78DD-444C-8D6F-470FB32431E4}" type="sibTrans" cxnId="{770A1103-3404-4A98-9AF6-95AF660EE0CA}">
      <dgm:prSet/>
      <dgm:spPr/>
      <dgm:t>
        <a:bodyPr/>
        <a:lstStyle/>
        <a:p>
          <a:endParaRPr lang="en-US"/>
        </a:p>
      </dgm:t>
    </dgm:pt>
    <dgm:pt modelId="{5275A82C-AD66-4347-A415-B9EFCDDF271E}">
      <dgm:prSet/>
      <dgm:spPr/>
      <dgm:t>
        <a:bodyPr/>
        <a:lstStyle/>
        <a:p>
          <a:r>
            <a:rPr lang="en-US" dirty="0"/>
            <a:t>Motility disorders</a:t>
          </a:r>
        </a:p>
      </dgm:t>
    </dgm:pt>
    <dgm:pt modelId="{2474D617-E71F-4D8B-8BF3-FD52222B03C1}" type="parTrans" cxnId="{604F7FAB-3654-4096-8BE0-FFE5F711902E}">
      <dgm:prSet/>
      <dgm:spPr/>
      <dgm:t>
        <a:bodyPr/>
        <a:lstStyle/>
        <a:p>
          <a:endParaRPr lang="en-US"/>
        </a:p>
      </dgm:t>
    </dgm:pt>
    <dgm:pt modelId="{B6A1EAA2-F8F1-4B8D-B80C-4357F62F27EE}" type="sibTrans" cxnId="{604F7FAB-3654-4096-8BE0-FFE5F711902E}">
      <dgm:prSet/>
      <dgm:spPr/>
      <dgm:t>
        <a:bodyPr/>
        <a:lstStyle/>
        <a:p>
          <a:endParaRPr lang="en-US"/>
        </a:p>
      </dgm:t>
    </dgm:pt>
    <dgm:pt modelId="{7C3763A6-05CF-472E-9C51-9EB645A860A6}">
      <dgm:prSet/>
      <dgm:spPr/>
      <dgm:t>
        <a:bodyPr/>
        <a:lstStyle/>
        <a:p>
          <a:r>
            <a:rPr lang="en-US" dirty="0"/>
            <a:t>Upper GI Bleeding</a:t>
          </a:r>
        </a:p>
      </dgm:t>
    </dgm:pt>
    <dgm:pt modelId="{313452F3-2428-4A12-B639-D85D6E062382}" type="parTrans" cxnId="{6ACE4E66-66E6-4A96-92E4-AAE41A5290D3}">
      <dgm:prSet/>
      <dgm:spPr/>
      <dgm:t>
        <a:bodyPr/>
        <a:lstStyle/>
        <a:p>
          <a:endParaRPr lang="en-US"/>
        </a:p>
      </dgm:t>
    </dgm:pt>
    <dgm:pt modelId="{C3DA1521-7F2A-4E26-A56E-D2BDE9958BBF}" type="sibTrans" cxnId="{6ACE4E66-66E6-4A96-92E4-AAE41A5290D3}">
      <dgm:prSet/>
      <dgm:spPr/>
      <dgm:t>
        <a:bodyPr/>
        <a:lstStyle/>
        <a:p>
          <a:endParaRPr lang="en-US"/>
        </a:p>
      </dgm:t>
    </dgm:pt>
    <dgm:pt modelId="{1343A91D-4D14-47BC-8AD2-AA89D8DB394B}">
      <dgm:prSet/>
      <dgm:spPr/>
      <dgm:t>
        <a:bodyPr/>
        <a:lstStyle/>
        <a:p>
          <a:r>
            <a:rPr lang="en-US" dirty="0"/>
            <a:t>Peptic Ulcer Disease</a:t>
          </a:r>
        </a:p>
      </dgm:t>
    </dgm:pt>
    <dgm:pt modelId="{EDA61152-D25A-4597-BDCD-996207B4DCD5}" type="parTrans" cxnId="{C529F5A9-83D8-4B68-B6F8-BE7F4B9C6E9B}">
      <dgm:prSet/>
      <dgm:spPr/>
      <dgm:t>
        <a:bodyPr/>
        <a:lstStyle/>
        <a:p>
          <a:endParaRPr lang="en-US"/>
        </a:p>
      </dgm:t>
    </dgm:pt>
    <dgm:pt modelId="{BD13AF5F-657F-4920-A515-71577DB8FBD0}" type="sibTrans" cxnId="{C529F5A9-83D8-4B68-B6F8-BE7F4B9C6E9B}">
      <dgm:prSet/>
      <dgm:spPr/>
      <dgm:t>
        <a:bodyPr/>
        <a:lstStyle/>
        <a:p>
          <a:endParaRPr lang="en-US"/>
        </a:p>
      </dgm:t>
    </dgm:pt>
    <dgm:pt modelId="{C6B438EB-4338-4F7C-BD69-02A8301A2477}">
      <dgm:prSet/>
      <dgm:spPr/>
      <dgm:t>
        <a:bodyPr/>
        <a:lstStyle/>
        <a:p>
          <a:r>
            <a:rPr lang="en-US" dirty="0"/>
            <a:t>High Yield Comparisons</a:t>
          </a:r>
        </a:p>
      </dgm:t>
    </dgm:pt>
    <dgm:pt modelId="{7D718173-EF74-4285-8723-11CBF5C41A2F}" type="parTrans" cxnId="{8697638B-BF20-4731-BC84-8D5335263BDC}">
      <dgm:prSet/>
      <dgm:spPr/>
      <dgm:t>
        <a:bodyPr/>
        <a:lstStyle/>
        <a:p>
          <a:endParaRPr lang="en-US"/>
        </a:p>
      </dgm:t>
    </dgm:pt>
    <dgm:pt modelId="{CF35F1DD-F7EF-47BE-A7AA-E71296470FB6}" type="sibTrans" cxnId="{8697638B-BF20-4731-BC84-8D5335263BDC}">
      <dgm:prSet/>
      <dgm:spPr/>
      <dgm:t>
        <a:bodyPr/>
        <a:lstStyle/>
        <a:p>
          <a:endParaRPr lang="en-US"/>
        </a:p>
      </dgm:t>
    </dgm:pt>
    <dgm:pt modelId="{2BF26B26-6918-C446-BCE7-ECEAB9946D2F}">
      <dgm:prSet/>
      <dgm:spPr/>
      <dgm:t>
        <a:bodyPr/>
        <a:lstStyle/>
        <a:p>
          <a:r>
            <a:rPr lang="en-US" dirty="0"/>
            <a:t>Zenker Diverticulum</a:t>
          </a:r>
        </a:p>
      </dgm:t>
    </dgm:pt>
    <dgm:pt modelId="{15695C6F-58EC-8C45-AEC4-84B2C104CFA4}" type="parTrans" cxnId="{6A9D24B3-D48A-9945-A74A-E209DAC9B91B}">
      <dgm:prSet/>
      <dgm:spPr/>
      <dgm:t>
        <a:bodyPr/>
        <a:lstStyle/>
        <a:p>
          <a:endParaRPr lang="en-US"/>
        </a:p>
      </dgm:t>
    </dgm:pt>
    <dgm:pt modelId="{035096F0-5C76-4F4D-80A9-DE146B89EE14}" type="sibTrans" cxnId="{6A9D24B3-D48A-9945-A74A-E209DAC9B91B}">
      <dgm:prSet/>
      <dgm:spPr/>
      <dgm:t>
        <a:bodyPr/>
        <a:lstStyle/>
        <a:p>
          <a:endParaRPr lang="en-US"/>
        </a:p>
      </dgm:t>
    </dgm:pt>
    <dgm:pt modelId="{A33CF73B-7BA0-E343-BE6D-D135FA807AA6}" type="pres">
      <dgm:prSet presAssocID="{5229A3D1-BF01-4FB5-89BA-9A1A356ACCDC}" presName="linear" presStyleCnt="0">
        <dgm:presLayoutVars>
          <dgm:animLvl val="lvl"/>
          <dgm:resizeHandles val="exact"/>
        </dgm:presLayoutVars>
      </dgm:prSet>
      <dgm:spPr/>
    </dgm:pt>
    <dgm:pt modelId="{7D10E611-574B-2243-A5D0-5E203414F0E2}" type="pres">
      <dgm:prSet presAssocID="{256A5DD4-F504-4D72-BA60-A6120167DF59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CD414799-1B9F-914B-A5D4-1FE50217B105}" type="pres">
      <dgm:prSet presAssocID="{19F2E444-D5D4-488C-8083-96AE8DC89B8B}" presName="spacer" presStyleCnt="0"/>
      <dgm:spPr/>
    </dgm:pt>
    <dgm:pt modelId="{B1086680-5382-A746-B82E-FB894A8C63C8}" type="pres">
      <dgm:prSet presAssocID="{E411BE3A-3E08-4AAF-AECF-E2A82377F67D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B0FC17C2-BAF7-3646-AEFA-1081E584C336}" type="pres">
      <dgm:prSet presAssocID="{090A7E27-1C53-453F-A25A-0DFB28A90124}" presName="spacer" presStyleCnt="0"/>
      <dgm:spPr/>
    </dgm:pt>
    <dgm:pt modelId="{29493F3F-C50A-4C45-9003-5D56053E917A}" type="pres">
      <dgm:prSet presAssocID="{B8A2E72E-1FC6-4F27-B57A-1E538A8D09EB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20AE1496-AC68-9442-ABE7-1B5DD7E208AA}" type="pres">
      <dgm:prSet presAssocID="{9749B19A-1CF6-4283-832B-34EEE0AABE74}" presName="spacer" presStyleCnt="0"/>
      <dgm:spPr/>
    </dgm:pt>
    <dgm:pt modelId="{8D558CFF-8405-274D-AC8B-090B75D72830}" type="pres">
      <dgm:prSet presAssocID="{0016C333-253F-4C33-8E51-2D8EF6D4E317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6E1FA1A1-2A81-284C-8708-E00E4E37A3BE}" type="pres">
      <dgm:prSet presAssocID="{8D53CEAA-78DD-444C-8D6F-470FB32431E4}" presName="spacer" presStyleCnt="0"/>
      <dgm:spPr/>
    </dgm:pt>
    <dgm:pt modelId="{9A5A8956-5124-D041-97FB-E84D76F65D58}" type="pres">
      <dgm:prSet presAssocID="{5275A82C-AD66-4347-A415-B9EFCDDF271E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4D98019E-0A36-E54F-A7C0-B3032EF6DDE6}" type="pres">
      <dgm:prSet presAssocID="{B6A1EAA2-F8F1-4B8D-B80C-4357F62F27EE}" presName="spacer" presStyleCnt="0"/>
      <dgm:spPr/>
    </dgm:pt>
    <dgm:pt modelId="{5F43D5B0-05DC-8941-8750-243253BB8F9D}" type="pres">
      <dgm:prSet presAssocID="{2BF26B26-6918-C446-BCE7-ECEAB9946D2F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1701F7CF-5DBE-3746-B212-088BE4809B9D}" type="pres">
      <dgm:prSet presAssocID="{035096F0-5C76-4F4D-80A9-DE146B89EE14}" presName="spacer" presStyleCnt="0"/>
      <dgm:spPr/>
    </dgm:pt>
    <dgm:pt modelId="{C43C4569-847C-E24E-B793-0F18A35E9490}" type="pres">
      <dgm:prSet presAssocID="{7C3763A6-05CF-472E-9C51-9EB645A860A6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6E4F665A-9960-FB44-8228-4AAF47495647}" type="pres">
      <dgm:prSet presAssocID="{C3DA1521-7F2A-4E26-A56E-D2BDE9958BBF}" presName="spacer" presStyleCnt="0"/>
      <dgm:spPr/>
    </dgm:pt>
    <dgm:pt modelId="{22364581-A986-E545-872F-D01E506BD317}" type="pres">
      <dgm:prSet presAssocID="{1343A91D-4D14-47BC-8AD2-AA89D8DB394B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9C314609-AF4D-344F-B8B7-E0A503B2909F}" type="pres">
      <dgm:prSet presAssocID="{BD13AF5F-657F-4920-A515-71577DB8FBD0}" presName="spacer" presStyleCnt="0"/>
      <dgm:spPr/>
    </dgm:pt>
    <dgm:pt modelId="{C0C0328F-B609-A74F-B11F-8061DBA90097}" type="pres">
      <dgm:prSet presAssocID="{C6B438EB-4338-4F7C-BD69-02A8301A2477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770A1103-3404-4A98-9AF6-95AF660EE0CA}" srcId="{5229A3D1-BF01-4FB5-89BA-9A1A356ACCDC}" destId="{0016C333-253F-4C33-8E51-2D8EF6D4E317}" srcOrd="3" destOrd="0" parTransId="{A4C05BC0-DA99-4AAB-AB83-057E4A1DB43E}" sibTransId="{8D53CEAA-78DD-444C-8D6F-470FB32431E4}"/>
    <dgm:cxn modelId="{AC995620-020C-7348-A777-81568808DE92}" type="presOf" srcId="{B8A2E72E-1FC6-4F27-B57A-1E538A8D09EB}" destId="{29493F3F-C50A-4C45-9003-5D56053E917A}" srcOrd="0" destOrd="0" presId="urn:microsoft.com/office/officeart/2005/8/layout/vList2"/>
    <dgm:cxn modelId="{9201DB41-7407-1F48-AC1E-96BA895D60BA}" type="presOf" srcId="{1343A91D-4D14-47BC-8AD2-AA89D8DB394B}" destId="{22364581-A986-E545-872F-D01E506BD317}" srcOrd="0" destOrd="0" presId="urn:microsoft.com/office/officeart/2005/8/layout/vList2"/>
    <dgm:cxn modelId="{6ACE4E66-66E6-4A96-92E4-AAE41A5290D3}" srcId="{5229A3D1-BF01-4FB5-89BA-9A1A356ACCDC}" destId="{7C3763A6-05CF-472E-9C51-9EB645A860A6}" srcOrd="6" destOrd="0" parTransId="{313452F3-2428-4A12-B639-D85D6E062382}" sibTransId="{C3DA1521-7F2A-4E26-A56E-D2BDE9958BBF}"/>
    <dgm:cxn modelId="{B5CC0250-365D-4C4A-B9AE-0839337487C7}" type="presOf" srcId="{5275A82C-AD66-4347-A415-B9EFCDDF271E}" destId="{9A5A8956-5124-D041-97FB-E84D76F65D58}" srcOrd="0" destOrd="0" presId="urn:microsoft.com/office/officeart/2005/8/layout/vList2"/>
    <dgm:cxn modelId="{DD807D70-B19B-4A4E-ACEE-4721B36D5F65}" type="presOf" srcId="{E411BE3A-3E08-4AAF-AECF-E2A82377F67D}" destId="{B1086680-5382-A746-B82E-FB894A8C63C8}" srcOrd="0" destOrd="0" presId="urn:microsoft.com/office/officeart/2005/8/layout/vList2"/>
    <dgm:cxn modelId="{BE028856-C2B4-CD49-B98C-7844862295E3}" type="presOf" srcId="{0016C333-253F-4C33-8E51-2D8EF6D4E317}" destId="{8D558CFF-8405-274D-AC8B-090B75D72830}" srcOrd="0" destOrd="0" presId="urn:microsoft.com/office/officeart/2005/8/layout/vList2"/>
    <dgm:cxn modelId="{8A30537D-C039-2549-B7AD-6FFF6C959EF2}" type="presOf" srcId="{7C3763A6-05CF-472E-9C51-9EB645A860A6}" destId="{C43C4569-847C-E24E-B793-0F18A35E9490}" srcOrd="0" destOrd="0" presId="urn:microsoft.com/office/officeart/2005/8/layout/vList2"/>
    <dgm:cxn modelId="{4A302C81-4CE7-433F-AFC4-60F0CCC76D2C}" srcId="{5229A3D1-BF01-4FB5-89BA-9A1A356ACCDC}" destId="{E411BE3A-3E08-4AAF-AECF-E2A82377F67D}" srcOrd="1" destOrd="0" parTransId="{817346B0-DB3A-4A8F-9F57-11E7066C653A}" sibTransId="{090A7E27-1C53-453F-A25A-0DFB28A90124}"/>
    <dgm:cxn modelId="{C0B29788-775A-4887-8231-5CA26C2530A1}" srcId="{5229A3D1-BF01-4FB5-89BA-9A1A356ACCDC}" destId="{B8A2E72E-1FC6-4F27-B57A-1E538A8D09EB}" srcOrd="2" destOrd="0" parTransId="{B197BC3C-50A6-4461-B535-A4FE5D9F8216}" sibTransId="{9749B19A-1CF6-4283-832B-34EEE0AABE74}"/>
    <dgm:cxn modelId="{84CA9F88-AE53-4883-A9C4-AD8FC2D615FD}" srcId="{5229A3D1-BF01-4FB5-89BA-9A1A356ACCDC}" destId="{256A5DD4-F504-4D72-BA60-A6120167DF59}" srcOrd="0" destOrd="0" parTransId="{189F77C3-00F8-4FCB-9ED7-FE41E27B8D13}" sibTransId="{19F2E444-D5D4-488C-8083-96AE8DC89B8B}"/>
    <dgm:cxn modelId="{8697638B-BF20-4731-BC84-8D5335263BDC}" srcId="{5229A3D1-BF01-4FB5-89BA-9A1A356ACCDC}" destId="{C6B438EB-4338-4F7C-BD69-02A8301A2477}" srcOrd="8" destOrd="0" parTransId="{7D718173-EF74-4285-8723-11CBF5C41A2F}" sibTransId="{CF35F1DD-F7EF-47BE-A7AA-E71296470FB6}"/>
    <dgm:cxn modelId="{DDD2568C-4481-0943-9683-E6EAF7E458D0}" type="presOf" srcId="{2BF26B26-6918-C446-BCE7-ECEAB9946D2F}" destId="{5F43D5B0-05DC-8941-8750-243253BB8F9D}" srcOrd="0" destOrd="0" presId="urn:microsoft.com/office/officeart/2005/8/layout/vList2"/>
    <dgm:cxn modelId="{C529F5A9-83D8-4B68-B6F8-BE7F4B9C6E9B}" srcId="{5229A3D1-BF01-4FB5-89BA-9A1A356ACCDC}" destId="{1343A91D-4D14-47BC-8AD2-AA89D8DB394B}" srcOrd="7" destOrd="0" parTransId="{EDA61152-D25A-4597-BDCD-996207B4DCD5}" sibTransId="{BD13AF5F-657F-4920-A515-71577DB8FBD0}"/>
    <dgm:cxn modelId="{604F7FAB-3654-4096-8BE0-FFE5F711902E}" srcId="{5229A3D1-BF01-4FB5-89BA-9A1A356ACCDC}" destId="{5275A82C-AD66-4347-A415-B9EFCDDF271E}" srcOrd="4" destOrd="0" parTransId="{2474D617-E71F-4D8B-8BF3-FD52222B03C1}" sibTransId="{B6A1EAA2-F8F1-4B8D-B80C-4357F62F27EE}"/>
    <dgm:cxn modelId="{6A9D24B3-D48A-9945-A74A-E209DAC9B91B}" srcId="{5229A3D1-BF01-4FB5-89BA-9A1A356ACCDC}" destId="{2BF26B26-6918-C446-BCE7-ECEAB9946D2F}" srcOrd="5" destOrd="0" parTransId="{15695C6F-58EC-8C45-AEC4-84B2C104CFA4}" sibTransId="{035096F0-5C76-4F4D-80A9-DE146B89EE14}"/>
    <dgm:cxn modelId="{0EEE6FBB-978A-F64C-8762-80466A94BDED}" type="presOf" srcId="{C6B438EB-4338-4F7C-BD69-02A8301A2477}" destId="{C0C0328F-B609-A74F-B11F-8061DBA90097}" srcOrd="0" destOrd="0" presId="urn:microsoft.com/office/officeart/2005/8/layout/vList2"/>
    <dgm:cxn modelId="{47082BC6-04EF-3548-8AB4-67E833D0E9FA}" type="presOf" srcId="{5229A3D1-BF01-4FB5-89BA-9A1A356ACCDC}" destId="{A33CF73B-7BA0-E343-BE6D-D135FA807AA6}" srcOrd="0" destOrd="0" presId="urn:microsoft.com/office/officeart/2005/8/layout/vList2"/>
    <dgm:cxn modelId="{1DE4F5D6-77EC-5040-B98E-35352EC0227D}" type="presOf" srcId="{256A5DD4-F504-4D72-BA60-A6120167DF59}" destId="{7D10E611-574B-2243-A5D0-5E203414F0E2}" srcOrd="0" destOrd="0" presId="urn:microsoft.com/office/officeart/2005/8/layout/vList2"/>
    <dgm:cxn modelId="{828F2614-DCC5-5846-8D3C-0E1215FF8D59}" type="presParOf" srcId="{A33CF73B-7BA0-E343-BE6D-D135FA807AA6}" destId="{7D10E611-574B-2243-A5D0-5E203414F0E2}" srcOrd="0" destOrd="0" presId="urn:microsoft.com/office/officeart/2005/8/layout/vList2"/>
    <dgm:cxn modelId="{DCCCA677-FAA2-0540-B8EE-9F9CCD50B578}" type="presParOf" srcId="{A33CF73B-7BA0-E343-BE6D-D135FA807AA6}" destId="{CD414799-1B9F-914B-A5D4-1FE50217B105}" srcOrd="1" destOrd="0" presId="urn:microsoft.com/office/officeart/2005/8/layout/vList2"/>
    <dgm:cxn modelId="{A13D82C4-F3FF-1D44-8384-5C57AC3C652A}" type="presParOf" srcId="{A33CF73B-7BA0-E343-BE6D-D135FA807AA6}" destId="{B1086680-5382-A746-B82E-FB894A8C63C8}" srcOrd="2" destOrd="0" presId="urn:microsoft.com/office/officeart/2005/8/layout/vList2"/>
    <dgm:cxn modelId="{A41A59C7-A5EB-EF4D-A7DC-846B652B7295}" type="presParOf" srcId="{A33CF73B-7BA0-E343-BE6D-D135FA807AA6}" destId="{B0FC17C2-BAF7-3646-AEFA-1081E584C336}" srcOrd="3" destOrd="0" presId="urn:microsoft.com/office/officeart/2005/8/layout/vList2"/>
    <dgm:cxn modelId="{CF70CF4B-755F-0C47-82B7-51E5E946418E}" type="presParOf" srcId="{A33CF73B-7BA0-E343-BE6D-D135FA807AA6}" destId="{29493F3F-C50A-4C45-9003-5D56053E917A}" srcOrd="4" destOrd="0" presId="urn:microsoft.com/office/officeart/2005/8/layout/vList2"/>
    <dgm:cxn modelId="{B50252A2-BBFF-4140-894F-4572B0527680}" type="presParOf" srcId="{A33CF73B-7BA0-E343-BE6D-D135FA807AA6}" destId="{20AE1496-AC68-9442-ABE7-1B5DD7E208AA}" srcOrd="5" destOrd="0" presId="urn:microsoft.com/office/officeart/2005/8/layout/vList2"/>
    <dgm:cxn modelId="{6F4FBA7B-F253-7949-AE33-D30FF558E527}" type="presParOf" srcId="{A33CF73B-7BA0-E343-BE6D-D135FA807AA6}" destId="{8D558CFF-8405-274D-AC8B-090B75D72830}" srcOrd="6" destOrd="0" presId="urn:microsoft.com/office/officeart/2005/8/layout/vList2"/>
    <dgm:cxn modelId="{B62FB813-4AC9-E64D-8E57-B91A0A24A7F9}" type="presParOf" srcId="{A33CF73B-7BA0-E343-BE6D-D135FA807AA6}" destId="{6E1FA1A1-2A81-284C-8708-E00E4E37A3BE}" srcOrd="7" destOrd="0" presId="urn:microsoft.com/office/officeart/2005/8/layout/vList2"/>
    <dgm:cxn modelId="{DC2E41C1-F092-6341-8174-FFB6CAAA78A5}" type="presParOf" srcId="{A33CF73B-7BA0-E343-BE6D-D135FA807AA6}" destId="{9A5A8956-5124-D041-97FB-E84D76F65D58}" srcOrd="8" destOrd="0" presId="urn:microsoft.com/office/officeart/2005/8/layout/vList2"/>
    <dgm:cxn modelId="{3B635A69-488F-234E-9E15-20D316D5BB0A}" type="presParOf" srcId="{A33CF73B-7BA0-E343-BE6D-D135FA807AA6}" destId="{4D98019E-0A36-E54F-A7C0-B3032EF6DDE6}" srcOrd="9" destOrd="0" presId="urn:microsoft.com/office/officeart/2005/8/layout/vList2"/>
    <dgm:cxn modelId="{C16335FA-F260-674D-9567-4C80B4F1DDB0}" type="presParOf" srcId="{A33CF73B-7BA0-E343-BE6D-D135FA807AA6}" destId="{5F43D5B0-05DC-8941-8750-243253BB8F9D}" srcOrd="10" destOrd="0" presId="urn:microsoft.com/office/officeart/2005/8/layout/vList2"/>
    <dgm:cxn modelId="{8A85DA55-457D-B04E-B5CD-E5ECD288CF21}" type="presParOf" srcId="{A33CF73B-7BA0-E343-BE6D-D135FA807AA6}" destId="{1701F7CF-5DBE-3746-B212-088BE4809B9D}" srcOrd="11" destOrd="0" presId="urn:microsoft.com/office/officeart/2005/8/layout/vList2"/>
    <dgm:cxn modelId="{9399D694-E0B5-1A45-A09C-033EB407FE5A}" type="presParOf" srcId="{A33CF73B-7BA0-E343-BE6D-D135FA807AA6}" destId="{C43C4569-847C-E24E-B793-0F18A35E9490}" srcOrd="12" destOrd="0" presId="urn:microsoft.com/office/officeart/2005/8/layout/vList2"/>
    <dgm:cxn modelId="{BEEF9C1F-640B-3F4A-963D-3F0233F22FB7}" type="presParOf" srcId="{A33CF73B-7BA0-E343-BE6D-D135FA807AA6}" destId="{6E4F665A-9960-FB44-8228-4AAF47495647}" srcOrd="13" destOrd="0" presId="urn:microsoft.com/office/officeart/2005/8/layout/vList2"/>
    <dgm:cxn modelId="{7C008CCF-BBFA-0F49-82A3-5CE5C74E527F}" type="presParOf" srcId="{A33CF73B-7BA0-E343-BE6D-D135FA807AA6}" destId="{22364581-A986-E545-872F-D01E506BD317}" srcOrd="14" destOrd="0" presId="urn:microsoft.com/office/officeart/2005/8/layout/vList2"/>
    <dgm:cxn modelId="{B28191B0-DFD4-B141-A3EF-E04C0DE3F26A}" type="presParOf" srcId="{A33CF73B-7BA0-E343-BE6D-D135FA807AA6}" destId="{9C314609-AF4D-344F-B8B7-E0A503B2909F}" srcOrd="15" destOrd="0" presId="urn:microsoft.com/office/officeart/2005/8/layout/vList2"/>
    <dgm:cxn modelId="{D8D590FA-2761-EC4D-9BCB-5DC095B06F26}" type="presParOf" srcId="{A33CF73B-7BA0-E343-BE6D-D135FA807AA6}" destId="{C0C0328F-B609-A74F-B11F-8061DBA90097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E48AE2-D24E-438F-BC3A-BCF95A1D58E8}" type="doc">
      <dgm:prSet loTypeId="urn:microsoft.com/office/officeart/2005/8/layout/list1" loCatId="list" qsTypeId="urn:microsoft.com/office/officeart/2005/8/quickstyle/simple4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639B61C6-2F77-4F77-B5BC-AB016321BFC5}">
      <dgm:prSet/>
      <dgm:spPr/>
      <dgm:t>
        <a:bodyPr/>
        <a:lstStyle/>
        <a:p>
          <a:r>
            <a:rPr lang="en-US"/>
            <a:t>EGD </a:t>
          </a:r>
        </a:p>
      </dgm:t>
    </dgm:pt>
    <dgm:pt modelId="{B7D0877C-FED3-4D7D-AED6-726E11517E30}" type="parTrans" cxnId="{F7FCFCD5-3D8D-4912-A132-10E724526597}">
      <dgm:prSet/>
      <dgm:spPr/>
      <dgm:t>
        <a:bodyPr/>
        <a:lstStyle/>
        <a:p>
          <a:endParaRPr lang="en-US"/>
        </a:p>
      </dgm:t>
    </dgm:pt>
    <dgm:pt modelId="{93520765-5C79-4794-A04D-DDF5C392CA47}" type="sibTrans" cxnId="{F7FCFCD5-3D8D-4912-A132-10E724526597}">
      <dgm:prSet/>
      <dgm:spPr/>
      <dgm:t>
        <a:bodyPr/>
        <a:lstStyle/>
        <a:p>
          <a:endParaRPr lang="en-US"/>
        </a:p>
      </dgm:t>
    </dgm:pt>
    <dgm:pt modelId="{E0E451E4-8440-4BC7-BE24-E14ABA404897}">
      <dgm:prSet/>
      <dgm:spPr/>
      <dgm:t>
        <a:bodyPr/>
        <a:lstStyle/>
        <a:p>
          <a:r>
            <a:rPr lang="en-US"/>
            <a:t>Checks for: mucosal dz, obstruction, malignancy, bleeding</a:t>
          </a:r>
        </a:p>
      </dgm:t>
    </dgm:pt>
    <dgm:pt modelId="{1D7B18D2-8C7D-4FC9-9D31-6542DB359735}" type="parTrans" cxnId="{5F754F0B-B2F1-4556-82A3-4F27D3E8CF7E}">
      <dgm:prSet/>
      <dgm:spPr/>
      <dgm:t>
        <a:bodyPr/>
        <a:lstStyle/>
        <a:p>
          <a:endParaRPr lang="en-US"/>
        </a:p>
      </dgm:t>
    </dgm:pt>
    <dgm:pt modelId="{B27C0C11-A235-4098-A81C-ADE7F0538C45}" type="sibTrans" cxnId="{5F754F0B-B2F1-4556-82A3-4F27D3E8CF7E}">
      <dgm:prSet/>
      <dgm:spPr/>
      <dgm:t>
        <a:bodyPr/>
        <a:lstStyle/>
        <a:p>
          <a:endParaRPr lang="en-US"/>
        </a:p>
      </dgm:t>
    </dgm:pt>
    <dgm:pt modelId="{7EE79E44-15A0-49C3-989F-A0F13620B9D8}">
      <dgm:prSet/>
      <dgm:spPr/>
      <dgm:t>
        <a:bodyPr/>
        <a:lstStyle/>
        <a:p>
          <a:r>
            <a:rPr lang="en-US"/>
            <a:t>Allows biopsy &amp; therapy </a:t>
          </a:r>
        </a:p>
      </dgm:t>
    </dgm:pt>
    <dgm:pt modelId="{A51B632D-0C82-490E-BDE6-9684DBFD5E8D}" type="parTrans" cxnId="{36B2934A-A52B-4FF3-9D34-76E95B51BD9F}">
      <dgm:prSet/>
      <dgm:spPr/>
      <dgm:t>
        <a:bodyPr/>
        <a:lstStyle/>
        <a:p>
          <a:endParaRPr lang="en-US"/>
        </a:p>
      </dgm:t>
    </dgm:pt>
    <dgm:pt modelId="{03B77289-F0EB-4388-B70E-D566FE57419D}" type="sibTrans" cxnId="{36B2934A-A52B-4FF3-9D34-76E95B51BD9F}">
      <dgm:prSet/>
      <dgm:spPr/>
      <dgm:t>
        <a:bodyPr/>
        <a:lstStyle/>
        <a:p>
          <a:endParaRPr lang="en-US"/>
        </a:p>
      </dgm:t>
    </dgm:pt>
    <dgm:pt modelId="{90465198-132F-43A5-9329-D62C51A74B01}">
      <dgm:prSet/>
      <dgm:spPr/>
      <dgm:t>
        <a:bodyPr/>
        <a:lstStyle/>
        <a:p>
          <a:r>
            <a:rPr lang="en-US"/>
            <a:t>Barium esophagram</a:t>
          </a:r>
        </a:p>
      </dgm:t>
    </dgm:pt>
    <dgm:pt modelId="{91520BB0-2C02-466E-823D-E0B9231A1A79}" type="parTrans" cxnId="{8952AC3A-9729-4B05-8E7E-E7778085EF74}">
      <dgm:prSet/>
      <dgm:spPr/>
      <dgm:t>
        <a:bodyPr/>
        <a:lstStyle/>
        <a:p>
          <a:endParaRPr lang="en-US"/>
        </a:p>
      </dgm:t>
    </dgm:pt>
    <dgm:pt modelId="{287506C0-B605-40AC-8F84-82CD74E16851}" type="sibTrans" cxnId="{8952AC3A-9729-4B05-8E7E-E7778085EF74}">
      <dgm:prSet/>
      <dgm:spPr/>
      <dgm:t>
        <a:bodyPr/>
        <a:lstStyle/>
        <a:p>
          <a:endParaRPr lang="en-US"/>
        </a:p>
      </dgm:t>
    </dgm:pt>
    <dgm:pt modelId="{D4D08806-FB61-44C6-A9EE-85ACD2A1C103}">
      <dgm:prSet/>
      <dgm:spPr/>
      <dgm:t>
        <a:bodyPr/>
        <a:lstStyle/>
        <a:p>
          <a:r>
            <a:rPr lang="en-US"/>
            <a:t>Checks: structural anatomy</a:t>
          </a:r>
        </a:p>
      </dgm:t>
    </dgm:pt>
    <dgm:pt modelId="{BDCF7EDC-5E22-47A0-935D-1B6A921CFB74}" type="parTrans" cxnId="{6B8121E3-CB50-45C2-A3C0-13CBF6822FF5}">
      <dgm:prSet/>
      <dgm:spPr/>
      <dgm:t>
        <a:bodyPr/>
        <a:lstStyle/>
        <a:p>
          <a:endParaRPr lang="en-US"/>
        </a:p>
      </dgm:t>
    </dgm:pt>
    <dgm:pt modelId="{EF0CCFE9-0ED1-4AC8-AB00-06E9E95266E0}" type="sibTrans" cxnId="{6B8121E3-CB50-45C2-A3C0-13CBF6822FF5}">
      <dgm:prSet/>
      <dgm:spPr/>
      <dgm:t>
        <a:bodyPr/>
        <a:lstStyle/>
        <a:p>
          <a:endParaRPr lang="en-US"/>
        </a:p>
      </dgm:t>
    </dgm:pt>
    <dgm:pt modelId="{3A561216-FEF5-4512-8C06-7AA52C65E91D}">
      <dgm:prSet/>
      <dgm:spPr/>
      <dgm:t>
        <a:bodyPr/>
        <a:lstStyle/>
        <a:p>
          <a:r>
            <a:rPr lang="en-US"/>
            <a:t>Rings, diverticula, severe strictures, achalasia</a:t>
          </a:r>
        </a:p>
      </dgm:t>
    </dgm:pt>
    <dgm:pt modelId="{720AC681-F239-408D-80D4-049DCA25127A}" type="parTrans" cxnId="{24D9F65D-D292-46C3-958F-02C6A613D604}">
      <dgm:prSet/>
      <dgm:spPr/>
      <dgm:t>
        <a:bodyPr/>
        <a:lstStyle/>
        <a:p>
          <a:endParaRPr lang="en-US"/>
        </a:p>
      </dgm:t>
    </dgm:pt>
    <dgm:pt modelId="{7F9915DC-8C99-4481-AD24-032162CD3417}" type="sibTrans" cxnId="{24D9F65D-D292-46C3-958F-02C6A613D604}">
      <dgm:prSet/>
      <dgm:spPr/>
      <dgm:t>
        <a:bodyPr/>
        <a:lstStyle/>
        <a:p>
          <a:endParaRPr lang="en-US"/>
        </a:p>
      </dgm:t>
    </dgm:pt>
    <dgm:pt modelId="{128A9E98-3724-4B72-9C77-12840FD22378}">
      <dgm:prSet/>
      <dgm:spPr/>
      <dgm:t>
        <a:bodyPr/>
        <a:lstStyle/>
        <a:p>
          <a:r>
            <a:rPr lang="en-US"/>
            <a:t>Esophageal manometry</a:t>
          </a:r>
        </a:p>
      </dgm:t>
    </dgm:pt>
    <dgm:pt modelId="{BE101013-2149-43C3-8230-AEA8AAF06AFB}" type="parTrans" cxnId="{02E62E91-1469-4C78-B1DF-E37EE76646B3}">
      <dgm:prSet/>
      <dgm:spPr/>
      <dgm:t>
        <a:bodyPr/>
        <a:lstStyle/>
        <a:p>
          <a:endParaRPr lang="en-US"/>
        </a:p>
      </dgm:t>
    </dgm:pt>
    <dgm:pt modelId="{FDE24BF6-FF02-49AB-82A8-8E57308D1D45}" type="sibTrans" cxnId="{02E62E91-1469-4C78-B1DF-E37EE76646B3}">
      <dgm:prSet/>
      <dgm:spPr/>
      <dgm:t>
        <a:bodyPr/>
        <a:lstStyle/>
        <a:p>
          <a:endParaRPr lang="en-US"/>
        </a:p>
      </dgm:t>
    </dgm:pt>
    <dgm:pt modelId="{44AF19F1-4C40-42BC-BD1D-438511B890CB}">
      <dgm:prSet/>
      <dgm:spPr/>
      <dgm:t>
        <a:bodyPr/>
        <a:lstStyle/>
        <a:p>
          <a:r>
            <a:rPr lang="en-US"/>
            <a:t>Checks: Esophageal motor function</a:t>
          </a:r>
        </a:p>
      </dgm:t>
    </dgm:pt>
    <dgm:pt modelId="{C6338ED5-B3BE-491C-9E8A-319EE5B7B40E}" type="parTrans" cxnId="{6A1028E6-0B25-4D96-808D-83BAEFDFC7EA}">
      <dgm:prSet/>
      <dgm:spPr/>
      <dgm:t>
        <a:bodyPr/>
        <a:lstStyle/>
        <a:p>
          <a:endParaRPr lang="en-US"/>
        </a:p>
      </dgm:t>
    </dgm:pt>
    <dgm:pt modelId="{9354B976-8D0D-48DB-BD95-93DA71659BCD}" type="sibTrans" cxnId="{6A1028E6-0B25-4D96-808D-83BAEFDFC7EA}">
      <dgm:prSet/>
      <dgm:spPr/>
      <dgm:t>
        <a:bodyPr/>
        <a:lstStyle/>
        <a:p>
          <a:endParaRPr lang="en-US"/>
        </a:p>
      </dgm:t>
    </dgm:pt>
    <dgm:pt modelId="{D80007A5-272F-4749-AE8A-9C37ECC8B5C7}">
      <dgm:prSet/>
      <dgm:spPr/>
      <dgm:t>
        <a:bodyPr/>
        <a:lstStyle/>
        <a:p>
          <a:r>
            <a:rPr lang="en-US"/>
            <a:t>Achalasia, other motility disorders</a:t>
          </a:r>
        </a:p>
      </dgm:t>
    </dgm:pt>
    <dgm:pt modelId="{213D5572-BFB4-437A-96A3-F8CA498F212B}" type="parTrans" cxnId="{50717179-8C12-4150-AC7E-2D85E416EB22}">
      <dgm:prSet/>
      <dgm:spPr/>
      <dgm:t>
        <a:bodyPr/>
        <a:lstStyle/>
        <a:p>
          <a:endParaRPr lang="en-US"/>
        </a:p>
      </dgm:t>
    </dgm:pt>
    <dgm:pt modelId="{37EC2B92-666F-47BD-9894-CA40D80BB6F3}" type="sibTrans" cxnId="{50717179-8C12-4150-AC7E-2D85E416EB22}">
      <dgm:prSet/>
      <dgm:spPr/>
      <dgm:t>
        <a:bodyPr/>
        <a:lstStyle/>
        <a:p>
          <a:endParaRPr lang="en-US"/>
        </a:p>
      </dgm:t>
    </dgm:pt>
    <dgm:pt modelId="{69CD1103-A76D-44A2-B0AE-5A9A2DC46A9D}">
      <dgm:prSet/>
      <dgm:spPr/>
      <dgm:t>
        <a:bodyPr/>
        <a:lstStyle/>
        <a:p>
          <a:r>
            <a:rPr lang="en-US"/>
            <a:t>Ambulatory pH monitoring</a:t>
          </a:r>
        </a:p>
      </dgm:t>
    </dgm:pt>
    <dgm:pt modelId="{AA3BC672-7E61-4454-A158-F5F450486185}" type="parTrans" cxnId="{F665F686-44A0-4E40-A1DC-C288247AE13A}">
      <dgm:prSet/>
      <dgm:spPr/>
      <dgm:t>
        <a:bodyPr/>
        <a:lstStyle/>
        <a:p>
          <a:endParaRPr lang="en-US"/>
        </a:p>
      </dgm:t>
    </dgm:pt>
    <dgm:pt modelId="{56165F3A-4A52-473B-8D96-B683AAD08528}" type="sibTrans" cxnId="{F665F686-44A0-4E40-A1DC-C288247AE13A}">
      <dgm:prSet/>
      <dgm:spPr/>
      <dgm:t>
        <a:bodyPr/>
        <a:lstStyle/>
        <a:p>
          <a:endParaRPr lang="en-US"/>
        </a:p>
      </dgm:t>
    </dgm:pt>
    <dgm:pt modelId="{A0AA2C95-AE68-485A-8EBA-4BDD9A27C901}">
      <dgm:prSet/>
      <dgm:spPr/>
      <dgm:t>
        <a:bodyPr/>
        <a:lstStyle/>
        <a:p>
          <a:r>
            <a:rPr lang="en-US"/>
            <a:t>Establishes/quantifies reflux</a:t>
          </a:r>
        </a:p>
      </dgm:t>
    </dgm:pt>
    <dgm:pt modelId="{262931F0-547B-40FD-A5E5-3D27B3F3867F}" type="parTrans" cxnId="{CCA11398-3865-4E49-B376-2491F62FF1FF}">
      <dgm:prSet/>
      <dgm:spPr/>
      <dgm:t>
        <a:bodyPr/>
        <a:lstStyle/>
        <a:p>
          <a:endParaRPr lang="en-US"/>
        </a:p>
      </dgm:t>
    </dgm:pt>
    <dgm:pt modelId="{63057BED-6A73-4918-9B0F-6334FCF13494}" type="sibTrans" cxnId="{CCA11398-3865-4E49-B376-2491F62FF1FF}">
      <dgm:prSet/>
      <dgm:spPr/>
      <dgm:t>
        <a:bodyPr/>
        <a:lstStyle/>
        <a:p>
          <a:endParaRPr lang="en-US"/>
        </a:p>
      </dgm:t>
    </dgm:pt>
    <dgm:pt modelId="{F3A3E9DD-ADB5-C644-9D95-87CD8EFDCC44}" type="pres">
      <dgm:prSet presAssocID="{DBE48AE2-D24E-438F-BC3A-BCF95A1D58E8}" presName="linear" presStyleCnt="0">
        <dgm:presLayoutVars>
          <dgm:dir/>
          <dgm:animLvl val="lvl"/>
          <dgm:resizeHandles val="exact"/>
        </dgm:presLayoutVars>
      </dgm:prSet>
      <dgm:spPr/>
    </dgm:pt>
    <dgm:pt modelId="{B7350543-E136-3B4C-B042-3042469A9E5B}" type="pres">
      <dgm:prSet presAssocID="{639B61C6-2F77-4F77-B5BC-AB016321BFC5}" presName="parentLin" presStyleCnt="0"/>
      <dgm:spPr/>
    </dgm:pt>
    <dgm:pt modelId="{06982FF8-A43F-334E-8431-4ED6CF8EB953}" type="pres">
      <dgm:prSet presAssocID="{639B61C6-2F77-4F77-B5BC-AB016321BFC5}" presName="parentLeftMargin" presStyleLbl="node1" presStyleIdx="0" presStyleCnt="4"/>
      <dgm:spPr/>
    </dgm:pt>
    <dgm:pt modelId="{63EA3A2C-AF11-644F-8F7F-AB38D492FBAD}" type="pres">
      <dgm:prSet presAssocID="{639B61C6-2F77-4F77-B5BC-AB016321BFC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C9E32E3-7967-B44D-8BB3-D5A231496C70}" type="pres">
      <dgm:prSet presAssocID="{639B61C6-2F77-4F77-B5BC-AB016321BFC5}" presName="negativeSpace" presStyleCnt="0"/>
      <dgm:spPr/>
    </dgm:pt>
    <dgm:pt modelId="{FF76B7D6-AD3C-A642-9A4C-C499A7ECFD96}" type="pres">
      <dgm:prSet presAssocID="{639B61C6-2F77-4F77-B5BC-AB016321BFC5}" presName="childText" presStyleLbl="conFgAcc1" presStyleIdx="0" presStyleCnt="4">
        <dgm:presLayoutVars>
          <dgm:bulletEnabled val="1"/>
        </dgm:presLayoutVars>
      </dgm:prSet>
      <dgm:spPr/>
    </dgm:pt>
    <dgm:pt modelId="{CC00D8E8-67E7-3349-AE2E-965FE7C1FF98}" type="pres">
      <dgm:prSet presAssocID="{93520765-5C79-4794-A04D-DDF5C392CA47}" presName="spaceBetweenRectangles" presStyleCnt="0"/>
      <dgm:spPr/>
    </dgm:pt>
    <dgm:pt modelId="{8BA9D363-F87A-6B4D-BC4D-16EB55EB88BF}" type="pres">
      <dgm:prSet presAssocID="{90465198-132F-43A5-9329-D62C51A74B01}" presName="parentLin" presStyleCnt="0"/>
      <dgm:spPr/>
    </dgm:pt>
    <dgm:pt modelId="{1387FAB4-E424-494D-8C49-9D5CC1F28501}" type="pres">
      <dgm:prSet presAssocID="{90465198-132F-43A5-9329-D62C51A74B01}" presName="parentLeftMargin" presStyleLbl="node1" presStyleIdx="0" presStyleCnt="4"/>
      <dgm:spPr/>
    </dgm:pt>
    <dgm:pt modelId="{8E2DCC74-2519-7C4E-9685-4591DB3F276D}" type="pres">
      <dgm:prSet presAssocID="{90465198-132F-43A5-9329-D62C51A74B0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727B8F8-CDE1-BD4B-9F01-44B4DC13C0FD}" type="pres">
      <dgm:prSet presAssocID="{90465198-132F-43A5-9329-D62C51A74B01}" presName="negativeSpace" presStyleCnt="0"/>
      <dgm:spPr/>
    </dgm:pt>
    <dgm:pt modelId="{9B0B4C48-DF49-184A-83CF-65A8B6BC998F}" type="pres">
      <dgm:prSet presAssocID="{90465198-132F-43A5-9329-D62C51A74B01}" presName="childText" presStyleLbl="conFgAcc1" presStyleIdx="1" presStyleCnt="4">
        <dgm:presLayoutVars>
          <dgm:bulletEnabled val="1"/>
        </dgm:presLayoutVars>
      </dgm:prSet>
      <dgm:spPr/>
    </dgm:pt>
    <dgm:pt modelId="{6AF10D19-C8F7-204E-9272-321D8D498B12}" type="pres">
      <dgm:prSet presAssocID="{287506C0-B605-40AC-8F84-82CD74E16851}" presName="spaceBetweenRectangles" presStyleCnt="0"/>
      <dgm:spPr/>
    </dgm:pt>
    <dgm:pt modelId="{C5471165-EB92-0E45-9CEE-ABD31E23D76C}" type="pres">
      <dgm:prSet presAssocID="{128A9E98-3724-4B72-9C77-12840FD22378}" presName="parentLin" presStyleCnt="0"/>
      <dgm:spPr/>
    </dgm:pt>
    <dgm:pt modelId="{63E53105-277E-D140-B719-32A59C051A0F}" type="pres">
      <dgm:prSet presAssocID="{128A9E98-3724-4B72-9C77-12840FD22378}" presName="parentLeftMargin" presStyleLbl="node1" presStyleIdx="1" presStyleCnt="4"/>
      <dgm:spPr/>
    </dgm:pt>
    <dgm:pt modelId="{99426322-EA1D-3445-8C2B-2F25E89CE179}" type="pres">
      <dgm:prSet presAssocID="{128A9E98-3724-4B72-9C77-12840FD2237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5C48472-EC92-CA49-A18F-A60F1AE4CAC7}" type="pres">
      <dgm:prSet presAssocID="{128A9E98-3724-4B72-9C77-12840FD22378}" presName="negativeSpace" presStyleCnt="0"/>
      <dgm:spPr/>
    </dgm:pt>
    <dgm:pt modelId="{F838314F-2D1E-E04F-ABAD-E80D2EC230F3}" type="pres">
      <dgm:prSet presAssocID="{128A9E98-3724-4B72-9C77-12840FD22378}" presName="childText" presStyleLbl="conFgAcc1" presStyleIdx="2" presStyleCnt="4">
        <dgm:presLayoutVars>
          <dgm:bulletEnabled val="1"/>
        </dgm:presLayoutVars>
      </dgm:prSet>
      <dgm:spPr/>
    </dgm:pt>
    <dgm:pt modelId="{8F23B7E7-0786-0D4A-8969-8051ED159C57}" type="pres">
      <dgm:prSet presAssocID="{FDE24BF6-FF02-49AB-82A8-8E57308D1D45}" presName="spaceBetweenRectangles" presStyleCnt="0"/>
      <dgm:spPr/>
    </dgm:pt>
    <dgm:pt modelId="{5E9C4506-F28E-E240-9AFE-B1EFCAF966FF}" type="pres">
      <dgm:prSet presAssocID="{69CD1103-A76D-44A2-B0AE-5A9A2DC46A9D}" presName="parentLin" presStyleCnt="0"/>
      <dgm:spPr/>
    </dgm:pt>
    <dgm:pt modelId="{E774DD83-C648-B94E-A605-4FF9EAF51D07}" type="pres">
      <dgm:prSet presAssocID="{69CD1103-A76D-44A2-B0AE-5A9A2DC46A9D}" presName="parentLeftMargin" presStyleLbl="node1" presStyleIdx="2" presStyleCnt="4"/>
      <dgm:spPr/>
    </dgm:pt>
    <dgm:pt modelId="{DD61E8BC-12C6-834F-A98B-83C2210B6786}" type="pres">
      <dgm:prSet presAssocID="{69CD1103-A76D-44A2-B0AE-5A9A2DC46A9D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514C455-C72C-1947-8E1A-53383C3DC705}" type="pres">
      <dgm:prSet presAssocID="{69CD1103-A76D-44A2-B0AE-5A9A2DC46A9D}" presName="negativeSpace" presStyleCnt="0"/>
      <dgm:spPr/>
    </dgm:pt>
    <dgm:pt modelId="{A6C8AF82-9DFB-6D4D-A741-C121507BE27A}" type="pres">
      <dgm:prSet presAssocID="{69CD1103-A76D-44A2-B0AE-5A9A2DC46A9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5F754F0B-B2F1-4556-82A3-4F27D3E8CF7E}" srcId="{639B61C6-2F77-4F77-B5BC-AB016321BFC5}" destId="{E0E451E4-8440-4BC7-BE24-E14ABA404897}" srcOrd="0" destOrd="0" parTransId="{1D7B18D2-8C7D-4FC9-9D31-6542DB359735}" sibTransId="{B27C0C11-A235-4098-A81C-ADE7F0538C45}"/>
    <dgm:cxn modelId="{780C2522-7D6C-1140-B5DE-76EFE5F801E3}" type="presOf" srcId="{E0E451E4-8440-4BC7-BE24-E14ABA404897}" destId="{FF76B7D6-AD3C-A642-9A4C-C499A7ECFD96}" srcOrd="0" destOrd="0" presId="urn:microsoft.com/office/officeart/2005/8/layout/list1"/>
    <dgm:cxn modelId="{30DB0423-3280-C74D-9337-B85124F9945C}" type="presOf" srcId="{DBE48AE2-D24E-438F-BC3A-BCF95A1D58E8}" destId="{F3A3E9DD-ADB5-C644-9D95-87CD8EFDCC44}" srcOrd="0" destOrd="0" presId="urn:microsoft.com/office/officeart/2005/8/layout/list1"/>
    <dgm:cxn modelId="{8952AC3A-9729-4B05-8E7E-E7778085EF74}" srcId="{DBE48AE2-D24E-438F-BC3A-BCF95A1D58E8}" destId="{90465198-132F-43A5-9329-D62C51A74B01}" srcOrd="1" destOrd="0" parTransId="{91520BB0-2C02-466E-823D-E0B9231A1A79}" sibTransId="{287506C0-B605-40AC-8F84-82CD74E16851}"/>
    <dgm:cxn modelId="{24D9F65D-D292-46C3-958F-02C6A613D604}" srcId="{D4D08806-FB61-44C6-A9EE-85ACD2A1C103}" destId="{3A561216-FEF5-4512-8C06-7AA52C65E91D}" srcOrd="0" destOrd="0" parTransId="{720AC681-F239-408D-80D4-049DCA25127A}" sibTransId="{7F9915DC-8C99-4481-AD24-032162CD3417}"/>
    <dgm:cxn modelId="{4DBD1048-A999-DD42-8FC8-DCB594FAF96C}" type="presOf" srcId="{128A9E98-3724-4B72-9C77-12840FD22378}" destId="{99426322-EA1D-3445-8C2B-2F25E89CE179}" srcOrd="1" destOrd="0" presId="urn:microsoft.com/office/officeart/2005/8/layout/list1"/>
    <dgm:cxn modelId="{AF8C456A-B723-884F-980C-44BF7CD36E23}" type="presOf" srcId="{7EE79E44-15A0-49C3-989F-A0F13620B9D8}" destId="{FF76B7D6-AD3C-A642-9A4C-C499A7ECFD96}" srcOrd="0" destOrd="1" presId="urn:microsoft.com/office/officeart/2005/8/layout/list1"/>
    <dgm:cxn modelId="{36B2934A-A52B-4FF3-9D34-76E95B51BD9F}" srcId="{E0E451E4-8440-4BC7-BE24-E14ABA404897}" destId="{7EE79E44-15A0-49C3-989F-A0F13620B9D8}" srcOrd="0" destOrd="0" parTransId="{A51B632D-0C82-490E-BDE6-9684DBFD5E8D}" sibTransId="{03B77289-F0EB-4388-B70E-D566FE57419D}"/>
    <dgm:cxn modelId="{6D761550-1350-B043-A2C4-221E4DBFA8BA}" type="presOf" srcId="{90465198-132F-43A5-9329-D62C51A74B01}" destId="{1387FAB4-E424-494D-8C49-9D5CC1F28501}" srcOrd="0" destOrd="0" presId="urn:microsoft.com/office/officeart/2005/8/layout/list1"/>
    <dgm:cxn modelId="{D5234852-6475-274E-AAF2-181CE9E05BB7}" type="presOf" srcId="{69CD1103-A76D-44A2-B0AE-5A9A2DC46A9D}" destId="{E774DD83-C648-B94E-A605-4FF9EAF51D07}" srcOrd="0" destOrd="0" presId="urn:microsoft.com/office/officeart/2005/8/layout/list1"/>
    <dgm:cxn modelId="{50717179-8C12-4150-AC7E-2D85E416EB22}" srcId="{44AF19F1-4C40-42BC-BD1D-438511B890CB}" destId="{D80007A5-272F-4749-AE8A-9C37ECC8B5C7}" srcOrd="0" destOrd="0" parTransId="{213D5572-BFB4-437A-96A3-F8CA498F212B}" sibTransId="{37EC2B92-666F-47BD-9894-CA40D80BB6F3}"/>
    <dgm:cxn modelId="{DCEF8059-05E2-8A42-A341-7F94F6AB358D}" type="presOf" srcId="{D4D08806-FB61-44C6-A9EE-85ACD2A1C103}" destId="{9B0B4C48-DF49-184A-83CF-65A8B6BC998F}" srcOrd="0" destOrd="0" presId="urn:microsoft.com/office/officeart/2005/8/layout/list1"/>
    <dgm:cxn modelId="{4337B97A-7BEE-0C49-9DB6-B32974C16EFD}" type="presOf" srcId="{D80007A5-272F-4749-AE8A-9C37ECC8B5C7}" destId="{F838314F-2D1E-E04F-ABAD-E80D2EC230F3}" srcOrd="0" destOrd="1" presId="urn:microsoft.com/office/officeart/2005/8/layout/list1"/>
    <dgm:cxn modelId="{B6F7F781-728A-0643-A5D9-B9EE7AB8129B}" type="presOf" srcId="{44AF19F1-4C40-42BC-BD1D-438511B890CB}" destId="{F838314F-2D1E-E04F-ABAD-E80D2EC230F3}" srcOrd="0" destOrd="0" presId="urn:microsoft.com/office/officeart/2005/8/layout/list1"/>
    <dgm:cxn modelId="{F665F686-44A0-4E40-A1DC-C288247AE13A}" srcId="{DBE48AE2-D24E-438F-BC3A-BCF95A1D58E8}" destId="{69CD1103-A76D-44A2-B0AE-5A9A2DC46A9D}" srcOrd="3" destOrd="0" parTransId="{AA3BC672-7E61-4454-A158-F5F450486185}" sibTransId="{56165F3A-4A52-473B-8D96-B683AAD08528}"/>
    <dgm:cxn modelId="{0E6D938E-E326-B44E-9BB8-829D740BC1BB}" type="presOf" srcId="{69CD1103-A76D-44A2-B0AE-5A9A2DC46A9D}" destId="{DD61E8BC-12C6-834F-A98B-83C2210B6786}" srcOrd="1" destOrd="0" presId="urn:microsoft.com/office/officeart/2005/8/layout/list1"/>
    <dgm:cxn modelId="{02E62E91-1469-4C78-B1DF-E37EE76646B3}" srcId="{DBE48AE2-D24E-438F-BC3A-BCF95A1D58E8}" destId="{128A9E98-3724-4B72-9C77-12840FD22378}" srcOrd="2" destOrd="0" parTransId="{BE101013-2149-43C3-8230-AEA8AAF06AFB}" sibTransId="{FDE24BF6-FF02-49AB-82A8-8E57308D1D45}"/>
    <dgm:cxn modelId="{EED1F993-BED3-3549-A4F2-3500F0F864CE}" type="presOf" srcId="{639B61C6-2F77-4F77-B5BC-AB016321BFC5}" destId="{63EA3A2C-AF11-644F-8F7F-AB38D492FBAD}" srcOrd="1" destOrd="0" presId="urn:microsoft.com/office/officeart/2005/8/layout/list1"/>
    <dgm:cxn modelId="{CCA11398-3865-4E49-B376-2491F62FF1FF}" srcId="{69CD1103-A76D-44A2-B0AE-5A9A2DC46A9D}" destId="{A0AA2C95-AE68-485A-8EBA-4BDD9A27C901}" srcOrd="0" destOrd="0" parTransId="{262931F0-547B-40FD-A5E5-3D27B3F3867F}" sibTransId="{63057BED-6A73-4918-9B0F-6334FCF13494}"/>
    <dgm:cxn modelId="{23DDE99E-DDC2-8341-B15E-E477DC279346}" type="presOf" srcId="{3A561216-FEF5-4512-8C06-7AA52C65E91D}" destId="{9B0B4C48-DF49-184A-83CF-65A8B6BC998F}" srcOrd="0" destOrd="1" presId="urn:microsoft.com/office/officeart/2005/8/layout/list1"/>
    <dgm:cxn modelId="{FC05FEA8-99E9-EB49-A0A6-4D7AEA5097CB}" type="presOf" srcId="{128A9E98-3724-4B72-9C77-12840FD22378}" destId="{63E53105-277E-D140-B719-32A59C051A0F}" srcOrd="0" destOrd="0" presId="urn:microsoft.com/office/officeart/2005/8/layout/list1"/>
    <dgm:cxn modelId="{F7FCFCD5-3D8D-4912-A132-10E724526597}" srcId="{DBE48AE2-D24E-438F-BC3A-BCF95A1D58E8}" destId="{639B61C6-2F77-4F77-B5BC-AB016321BFC5}" srcOrd="0" destOrd="0" parTransId="{B7D0877C-FED3-4D7D-AED6-726E11517E30}" sibTransId="{93520765-5C79-4794-A04D-DDF5C392CA47}"/>
    <dgm:cxn modelId="{BC3235DF-DE48-3E47-BE5B-7ABC485B51BC}" type="presOf" srcId="{90465198-132F-43A5-9329-D62C51A74B01}" destId="{8E2DCC74-2519-7C4E-9685-4591DB3F276D}" srcOrd="1" destOrd="0" presId="urn:microsoft.com/office/officeart/2005/8/layout/list1"/>
    <dgm:cxn modelId="{6B8121E3-CB50-45C2-A3C0-13CBF6822FF5}" srcId="{90465198-132F-43A5-9329-D62C51A74B01}" destId="{D4D08806-FB61-44C6-A9EE-85ACD2A1C103}" srcOrd="0" destOrd="0" parTransId="{BDCF7EDC-5E22-47A0-935D-1B6A921CFB74}" sibTransId="{EF0CCFE9-0ED1-4AC8-AB00-06E9E95266E0}"/>
    <dgm:cxn modelId="{6A1028E6-0B25-4D96-808D-83BAEFDFC7EA}" srcId="{128A9E98-3724-4B72-9C77-12840FD22378}" destId="{44AF19F1-4C40-42BC-BD1D-438511B890CB}" srcOrd="0" destOrd="0" parTransId="{C6338ED5-B3BE-491C-9E8A-319EE5B7B40E}" sibTransId="{9354B976-8D0D-48DB-BD95-93DA71659BCD}"/>
    <dgm:cxn modelId="{259933ED-378D-064D-B298-1780B66B48B2}" type="presOf" srcId="{639B61C6-2F77-4F77-B5BC-AB016321BFC5}" destId="{06982FF8-A43F-334E-8431-4ED6CF8EB953}" srcOrd="0" destOrd="0" presId="urn:microsoft.com/office/officeart/2005/8/layout/list1"/>
    <dgm:cxn modelId="{B900D8F7-890B-0C44-B677-48A1A2DC1F59}" type="presOf" srcId="{A0AA2C95-AE68-485A-8EBA-4BDD9A27C901}" destId="{A6C8AF82-9DFB-6D4D-A741-C121507BE27A}" srcOrd="0" destOrd="0" presId="urn:microsoft.com/office/officeart/2005/8/layout/list1"/>
    <dgm:cxn modelId="{D1AABC7C-0FF0-2F45-9437-0DD332C1DA92}" type="presParOf" srcId="{F3A3E9DD-ADB5-C644-9D95-87CD8EFDCC44}" destId="{B7350543-E136-3B4C-B042-3042469A9E5B}" srcOrd="0" destOrd="0" presId="urn:microsoft.com/office/officeart/2005/8/layout/list1"/>
    <dgm:cxn modelId="{90EC6D01-B71C-F94E-A372-072F9AD7FF06}" type="presParOf" srcId="{B7350543-E136-3B4C-B042-3042469A9E5B}" destId="{06982FF8-A43F-334E-8431-4ED6CF8EB953}" srcOrd="0" destOrd="0" presId="urn:microsoft.com/office/officeart/2005/8/layout/list1"/>
    <dgm:cxn modelId="{3E9B44DF-8144-C240-B245-80AF3E501246}" type="presParOf" srcId="{B7350543-E136-3B4C-B042-3042469A9E5B}" destId="{63EA3A2C-AF11-644F-8F7F-AB38D492FBAD}" srcOrd="1" destOrd="0" presId="urn:microsoft.com/office/officeart/2005/8/layout/list1"/>
    <dgm:cxn modelId="{7ED2C67E-663A-2949-957C-1D29F8310F0B}" type="presParOf" srcId="{F3A3E9DD-ADB5-C644-9D95-87CD8EFDCC44}" destId="{2C9E32E3-7967-B44D-8BB3-D5A231496C70}" srcOrd="1" destOrd="0" presId="urn:microsoft.com/office/officeart/2005/8/layout/list1"/>
    <dgm:cxn modelId="{0B98389F-35C8-1B4F-B42F-F3F7C55D64B0}" type="presParOf" srcId="{F3A3E9DD-ADB5-C644-9D95-87CD8EFDCC44}" destId="{FF76B7D6-AD3C-A642-9A4C-C499A7ECFD96}" srcOrd="2" destOrd="0" presId="urn:microsoft.com/office/officeart/2005/8/layout/list1"/>
    <dgm:cxn modelId="{B115DAED-3D34-D740-AB6B-F160C886467B}" type="presParOf" srcId="{F3A3E9DD-ADB5-C644-9D95-87CD8EFDCC44}" destId="{CC00D8E8-67E7-3349-AE2E-965FE7C1FF98}" srcOrd="3" destOrd="0" presId="urn:microsoft.com/office/officeart/2005/8/layout/list1"/>
    <dgm:cxn modelId="{65295E05-2F3F-9446-8D1F-F362F54592E2}" type="presParOf" srcId="{F3A3E9DD-ADB5-C644-9D95-87CD8EFDCC44}" destId="{8BA9D363-F87A-6B4D-BC4D-16EB55EB88BF}" srcOrd="4" destOrd="0" presId="urn:microsoft.com/office/officeart/2005/8/layout/list1"/>
    <dgm:cxn modelId="{41B2D724-74FC-1A45-96DA-FD5EDD491856}" type="presParOf" srcId="{8BA9D363-F87A-6B4D-BC4D-16EB55EB88BF}" destId="{1387FAB4-E424-494D-8C49-9D5CC1F28501}" srcOrd="0" destOrd="0" presId="urn:microsoft.com/office/officeart/2005/8/layout/list1"/>
    <dgm:cxn modelId="{7FEFE38B-D1EB-944E-BB2E-77DF588CED99}" type="presParOf" srcId="{8BA9D363-F87A-6B4D-BC4D-16EB55EB88BF}" destId="{8E2DCC74-2519-7C4E-9685-4591DB3F276D}" srcOrd="1" destOrd="0" presId="urn:microsoft.com/office/officeart/2005/8/layout/list1"/>
    <dgm:cxn modelId="{895A2222-19BE-094E-AA63-04475298DC82}" type="presParOf" srcId="{F3A3E9DD-ADB5-C644-9D95-87CD8EFDCC44}" destId="{1727B8F8-CDE1-BD4B-9F01-44B4DC13C0FD}" srcOrd="5" destOrd="0" presId="urn:microsoft.com/office/officeart/2005/8/layout/list1"/>
    <dgm:cxn modelId="{E54AE952-ACD5-9A4B-86E4-926D439E25E4}" type="presParOf" srcId="{F3A3E9DD-ADB5-C644-9D95-87CD8EFDCC44}" destId="{9B0B4C48-DF49-184A-83CF-65A8B6BC998F}" srcOrd="6" destOrd="0" presId="urn:microsoft.com/office/officeart/2005/8/layout/list1"/>
    <dgm:cxn modelId="{231C8353-ED82-2A43-9E7D-88310EB37093}" type="presParOf" srcId="{F3A3E9DD-ADB5-C644-9D95-87CD8EFDCC44}" destId="{6AF10D19-C8F7-204E-9272-321D8D498B12}" srcOrd="7" destOrd="0" presId="urn:microsoft.com/office/officeart/2005/8/layout/list1"/>
    <dgm:cxn modelId="{C95F62C8-B0EB-504A-91B8-57734296982B}" type="presParOf" srcId="{F3A3E9DD-ADB5-C644-9D95-87CD8EFDCC44}" destId="{C5471165-EB92-0E45-9CEE-ABD31E23D76C}" srcOrd="8" destOrd="0" presId="urn:microsoft.com/office/officeart/2005/8/layout/list1"/>
    <dgm:cxn modelId="{FEF23676-AA90-084B-9108-425CDA80D754}" type="presParOf" srcId="{C5471165-EB92-0E45-9CEE-ABD31E23D76C}" destId="{63E53105-277E-D140-B719-32A59C051A0F}" srcOrd="0" destOrd="0" presId="urn:microsoft.com/office/officeart/2005/8/layout/list1"/>
    <dgm:cxn modelId="{36D57369-ECC5-9143-B560-F49373729F5B}" type="presParOf" srcId="{C5471165-EB92-0E45-9CEE-ABD31E23D76C}" destId="{99426322-EA1D-3445-8C2B-2F25E89CE179}" srcOrd="1" destOrd="0" presId="urn:microsoft.com/office/officeart/2005/8/layout/list1"/>
    <dgm:cxn modelId="{55AB341A-DB6A-B14D-93EF-01AEDA767DDC}" type="presParOf" srcId="{F3A3E9DD-ADB5-C644-9D95-87CD8EFDCC44}" destId="{35C48472-EC92-CA49-A18F-A60F1AE4CAC7}" srcOrd="9" destOrd="0" presId="urn:microsoft.com/office/officeart/2005/8/layout/list1"/>
    <dgm:cxn modelId="{B3B65E1E-60A7-3146-BEF0-2070ED51B505}" type="presParOf" srcId="{F3A3E9DD-ADB5-C644-9D95-87CD8EFDCC44}" destId="{F838314F-2D1E-E04F-ABAD-E80D2EC230F3}" srcOrd="10" destOrd="0" presId="urn:microsoft.com/office/officeart/2005/8/layout/list1"/>
    <dgm:cxn modelId="{BB415DAD-44C1-F34F-85BC-E317586233B6}" type="presParOf" srcId="{F3A3E9DD-ADB5-C644-9D95-87CD8EFDCC44}" destId="{8F23B7E7-0786-0D4A-8969-8051ED159C57}" srcOrd="11" destOrd="0" presId="urn:microsoft.com/office/officeart/2005/8/layout/list1"/>
    <dgm:cxn modelId="{5B50BDB1-04CF-6046-86BF-73778CDD8DEB}" type="presParOf" srcId="{F3A3E9DD-ADB5-C644-9D95-87CD8EFDCC44}" destId="{5E9C4506-F28E-E240-9AFE-B1EFCAF966FF}" srcOrd="12" destOrd="0" presId="urn:microsoft.com/office/officeart/2005/8/layout/list1"/>
    <dgm:cxn modelId="{59975BD7-CAA4-124F-B56E-EB857511ED6B}" type="presParOf" srcId="{5E9C4506-F28E-E240-9AFE-B1EFCAF966FF}" destId="{E774DD83-C648-B94E-A605-4FF9EAF51D07}" srcOrd="0" destOrd="0" presId="urn:microsoft.com/office/officeart/2005/8/layout/list1"/>
    <dgm:cxn modelId="{C9CE394F-7D50-2F48-AEFF-B3DE0298F0E2}" type="presParOf" srcId="{5E9C4506-F28E-E240-9AFE-B1EFCAF966FF}" destId="{DD61E8BC-12C6-834F-A98B-83C2210B6786}" srcOrd="1" destOrd="0" presId="urn:microsoft.com/office/officeart/2005/8/layout/list1"/>
    <dgm:cxn modelId="{6421856A-FB63-264C-A9C0-BFEA5F9188EC}" type="presParOf" srcId="{F3A3E9DD-ADB5-C644-9D95-87CD8EFDCC44}" destId="{2514C455-C72C-1947-8E1A-53383C3DC705}" srcOrd="13" destOrd="0" presId="urn:microsoft.com/office/officeart/2005/8/layout/list1"/>
    <dgm:cxn modelId="{C22D51F6-38EC-A144-95A2-DC2FF81E65AE}" type="presParOf" srcId="{F3A3E9DD-ADB5-C644-9D95-87CD8EFDCC44}" destId="{A6C8AF82-9DFB-6D4D-A741-C121507BE27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FA9E345-F1C8-4D2D-9B1C-77910D73F29E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3E1627F-BB28-498E-9807-C90D26FEA949}">
      <dgm:prSet/>
      <dgm:spPr/>
      <dgm:t>
        <a:bodyPr/>
        <a:lstStyle/>
        <a:p>
          <a:r>
            <a:rPr lang="en-US"/>
            <a:t>Classic sx:</a:t>
          </a:r>
        </a:p>
      </dgm:t>
    </dgm:pt>
    <dgm:pt modelId="{D0C953CB-6391-4E4E-85E5-6F99E1FCAB5D}" type="parTrans" cxnId="{506F1499-8F6E-4D73-9068-86A01632E15D}">
      <dgm:prSet/>
      <dgm:spPr/>
      <dgm:t>
        <a:bodyPr/>
        <a:lstStyle/>
        <a:p>
          <a:endParaRPr lang="en-US"/>
        </a:p>
      </dgm:t>
    </dgm:pt>
    <dgm:pt modelId="{2BEDD51B-31B3-4E14-9C2E-CB598B79A0C3}" type="sibTrans" cxnId="{506F1499-8F6E-4D73-9068-86A01632E15D}">
      <dgm:prSet/>
      <dgm:spPr/>
      <dgm:t>
        <a:bodyPr/>
        <a:lstStyle/>
        <a:p>
          <a:endParaRPr lang="en-US"/>
        </a:p>
      </dgm:t>
    </dgm:pt>
    <dgm:pt modelId="{03A1B33D-B3AD-4A8F-B2B7-C14B563EECB9}">
      <dgm:prSet/>
      <dgm:spPr/>
      <dgm:t>
        <a:bodyPr/>
        <a:lstStyle/>
        <a:p>
          <a:r>
            <a:rPr lang="en-US" dirty="0"/>
            <a:t>Empiric once-daily </a:t>
          </a:r>
          <a:r>
            <a:rPr lang="en-US" dirty="0">
              <a:solidFill>
                <a:srgbClr val="FF0000"/>
              </a:solidFill>
            </a:rPr>
            <a:t>PPI therapy x8 weeks</a:t>
          </a:r>
        </a:p>
      </dgm:t>
    </dgm:pt>
    <dgm:pt modelId="{E567AC65-FD0E-4096-B1A8-2FDF41BBB9D9}" type="parTrans" cxnId="{B675011F-BE82-4D41-A8E0-AA7B82BA199A}">
      <dgm:prSet/>
      <dgm:spPr/>
      <dgm:t>
        <a:bodyPr/>
        <a:lstStyle/>
        <a:p>
          <a:endParaRPr lang="en-US"/>
        </a:p>
      </dgm:t>
    </dgm:pt>
    <dgm:pt modelId="{8014EF1C-8C2F-4907-9E99-52DF668A2870}" type="sibTrans" cxnId="{B675011F-BE82-4D41-A8E0-AA7B82BA199A}">
      <dgm:prSet/>
      <dgm:spPr/>
      <dgm:t>
        <a:bodyPr/>
        <a:lstStyle/>
        <a:p>
          <a:endParaRPr lang="en-US"/>
        </a:p>
      </dgm:t>
    </dgm:pt>
    <dgm:pt modelId="{889CB551-A1CC-44E1-8711-4A2C15E9D2EC}">
      <dgm:prSet/>
      <dgm:spPr/>
      <dgm:t>
        <a:bodyPr/>
        <a:lstStyle/>
        <a:p>
          <a:r>
            <a:rPr lang="en-US"/>
            <a:t>Ensure no alarm symptoms!</a:t>
          </a:r>
        </a:p>
      </dgm:t>
    </dgm:pt>
    <dgm:pt modelId="{809C14B1-59D3-4CE5-A0FC-327AC76837CB}" type="parTrans" cxnId="{53227F94-3EE7-4085-B4EF-BFED32FE341A}">
      <dgm:prSet/>
      <dgm:spPr/>
      <dgm:t>
        <a:bodyPr/>
        <a:lstStyle/>
        <a:p>
          <a:endParaRPr lang="en-US"/>
        </a:p>
      </dgm:t>
    </dgm:pt>
    <dgm:pt modelId="{6E7242EC-1D9F-42DE-9A8E-780061605768}" type="sibTrans" cxnId="{53227F94-3EE7-4085-B4EF-BFED32FE341A}">
      <dgm:prSet/>
      <dgm:spPr/>
      <dgm:t>
        <a:bodyPr/>
        <a:lstStyle/>
        <a:p>
          <a:endParaRPr lang="en-US"/>
        </a:p>
      </dgm:t>
    </dgm:pt>
    <dgm:pt modelId="{3EAE2BA8-59FB-47BA-8A1C-F12CB86EDB43}">
      <dgm:prSet/>
      <dgm:spPr/>
      <dgm:t>
        <a:bodyPr/>
        <a:lstStyle/>
        <a:p>
          <a:r>
            <a:rPr lang="en-US"/>
            <a:t>Perform EGD if:</a:t>
          </a:r>
        </a:p>
      </dgm:t>
    </dgm:pt>
    <dgm:pt modelId="{E2370B85-A715-4A35-96CA-50990395AD8B}" type="parTrans" cxnId="{9B4FDEDC-9767-4E96-B22B-8CA369EB172B}">
      <dgm:prSet/>
      <dgm:spPr/>
      <dgm:t>
        <a:bodyPr/>
        <a:lstStyle/>
        <a:p>
          <a:endParaRPr lang="en-US"/>
        </a:p>
      </dgm:t>
    </dgm:pt>
    <dgm:pt modelId="{AEBEDBCC-D930-4104-B3C8-02950B041045}" type="sibTrans" cxnId="{9B4FDEDC-9767-4E96-B22B-8CA369EB172B}">
      <dgm:prSet/>
      <dgm:spPr/>
      <dgm:t>
        <a:bodyPr/>
        <a:lstStyle/>
        <a:p>
          <a:endParaRPr lang="en-US"/>
        </a:p>
      </dgm:t>
    </dgm:pt>
    <dgm:pt modelId="{EDD871F8-F10C-4F48-B0DA-FB861AE84E0A}">
      <dgm:prSet/>
      <dgm:spPr/>
      <dgm:t>
        <a:bodyPr/>
        <a:lstStyle/>
        <a:p>
          <a:r>
            <a:rPr lang="en-US"/>
            <a:t>+alarm sx</a:t>
          </a:r>
        </a:p>
      </dgm:t>
    </dgm:pt>
    <dgm:pt modelId="{19526C20-0822-4EEC-AF6E-008C3BD467FF}" type="parTrans" cxnId="{05141D3A-81B2-43C8-9902-5748578B5BBE}">
      <dgm:prSet/>
      <dgm:spPr/>
      <dgm:t>
        <a:bodyPr/>
        <a:lstStyle/>
        <a:p>
          <a:endParaRPr lang="en-US"/>
        </a:p>
      </dgm:t>
    </dgm:pt>
    <dgm:pt modelId="{B6C09965-E9A1-4CD3-A9CD-A2C21C40AC6E}" type="sibTrans" cxnId="{05141D3A-81B2-43C8-9902-5748578B5BBE}">
      <dgm:prSet/>
      <dgm:spPr/>
      <dgm:t>
        <a:bodyPr/>
        <a:lstStyle/>
        <a:p>
          <a:endParaRPr lang="en-US"/>
        </a:p>
      </dgm:t>
    </dgm:pt>
    <dgm:pt modelId="{9DA0568D-7151-4B2E-B8C6-D0432F77562E}">
      <dgm:prSet/>
      <dgm:spPr/>
      <dgm:t>
        <a:bodyPr/>
        <a:lstStyle/>
        <a:p>
          <a:r>
            <a:rPr lang="en-US"/>
            <a:t>Severe/refractory sx</a:t>
          </a:r>
        </a:p>
      </dgm:t>
    </dgm:pt>
    <dgm:pt modelId="{3AC90427-A189-4D6A-B2C3-A3F75995E3AF}" type="parTrans" cxnId="{624B1C51-9830-4DE9-BF98-516E85A4BB31}">
      <dgm:prSet/>
      <dgm:spPr/>
      <dgm:t>
        <a:bodyPr/>
        <a:lstStyle/>
        <a:p>
          <a:endParaRPr lang="en-US"/>
        </a:p>
      </dgm:t>
    </dgm:pt>
    <dgm:pt modelId="{5E99CBC6-83BC-46D1-9082-19451042AEDA}" type="sibTrans" cxnId="{624B1C51-9830-4DE9-BF98-516E85A4BB31}">
      <dgm:prSet/>
      <dgm:spPr/>
      <dgm:t>
        <a:bodyPr/>
        <a:lstStyle/>
        <a:p>
          <a:endParaRPr lang="en-US"/>
        </a:p>
      </dgm:t>
    </dgm:pt>
    <dgm:pt modelId="{4A530A1E-C014-430B-A6A6-3D2B8EAB8D1B}">
      <dgm:prSet/>
      <dgm:spPr/>
      <dgm:t>
        <a:bodyPr/>
        <a:lstStyle/>
        <a:p>
          <a:r>
            <a:rPr lang="en-US"/>
            <a:t>If EGD normal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pH monitoring </a:t>
          </a:r>
        </a:p>
      </dgm:t>
    </dgm:pt>
    <dgm:pt modelId="{DF2E9ED0-6CB1-4792-9037-E8AF5C4F0467}" type="parTrans" cxnId="{26651472-17F1-4D54-8689-3588C6C4232C}">
      <dgm:prSet/>
      <dgm:spPr/>
      <dgm:t>
        <a:bodyPr/>
        <a:lstStyle/>
        <a:p>
          <a:endParaRPr lang="en-US"/>
        </a:p>
      </dgm:t>
    </dgm:pt>
    <dgm:pt modelId="{75D3651C-D942-481E-8154-7654DB9CCFE0}" type="sibTrans" cxnId="{26651472-17F1-4D54-8689-3588C6C4232C}">
      <dgm:prSet/>
      <dgm:spPr/>
      <dgm:t>
        <a:bodyPr/>
        <a:lstStyle/>
        <a:p>
          <a:endParaRPr lang="en-US"/>
        </a:p>
      </dgm:t>
    </dgm:pt>
    <dgm:pt modelId="{52BF6452-4193-FB4A-AF5D-4FE451D048B3}" type="pres">
      <dgm:prSet presAssocID="{FFA9E345-F1C8-4D2D-9B1C-77910D73F29E}" presName="linear" presStyleCnt="0">
        <dgm:presLayoutVars>
          <dgm:dir/>
          <dgm:animLvl val="lvl"/>
          <dgm:resizeHandles val="exact"/>
        </dgm:presLayoutVars>
      </dgm:prSet>
      <dgm:spPr/>
    </dgm:pt>
    <dgm:pt modelId="{10A5F91D-EBC7-404C-BA26-8603C3CDC44E}" type="pres">
      <dgm:prSet presAssocID="{23E1627F-BB28-498E-9807-C90D26FEA949}" presName="parentLin" presStyleCnt="0"/>
      <dgm:spPr/>
    </dgm:pt>
    <dgm:pt modelId="{6EA189E4-4AC3-694A-B4CD-94B531A8E028}" type="pres">
      <dgm:prSet presAssocID="{23E1627F-BB28-498E-9807-C90D26FEA949}" presName="parentLeftMargin" presStyleLbl="node1" presStyleIdx="0" presStyleCnt="3"/>
      <dgm:spPr/>
    </dgm:pt>
    <dgm:pt modelId="{8DF15F44-CB94-C342-85FA-EA8C707739E0}" type="pres">
      <dgm:prSet presAssocID="{23E1627F-BB28-498E-9807-C90D26FEA94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715FA00-D27D-284D-A3E0-8B88A0E824B5}" type="pres">
      <dgm:prSet presAssocID="{23E1627F-BB28-498E-9807-C90D26FEA949}" presName="negativeSpace" presStyleCnt="0"/>
      <dgm:spPr/>
    </dgm:pt>
    <dgm:pt modelId="{E2B28697-EE4E-7B44-8C33-0D44DB64D61A}" type="pres">
      <dgm:prSet presAssocID="{23E1627F-BB28-498E-9807-C90D26FEA949}" presName="childText" presStyleLbl="conFgAcc1" presStyleIdx="0" presStyleCnt="3">
        <dgm:presLayoutVars>
          <dgm:bulletEnabled val="1"/>
        </dgm:presLayoutVars>
      </dgm:prSet>
      <dgm:spPr/>
    </dgm:pt>
    <dgm:pt modelId="{C05B03C0-93BC-3245-8675-EDE43C2DB596}" type="pres">
      <dgm:prSet presAssocID="{2BEDD51B-31B3-4E14-9C2E-CB598B79A0C3}" presName="spaceBetweenRectangles" presStyleCnt="0"/>
      <dgm:spPr/>
    </dgm:pt>
    <dgm:pt modelId="{5C88DCDA-2188-5849-BC07-8B0A161FBFA9}" type="pres">
      <dgm:prSet presAssocID="{3EAE2BA8-59FB-47BA-8A1C-F12CB86EDB43}" presName="parentLin" presStyleCnt="0"/>
      <dgm:spPr/>
    </dgm:pt>
    <dgm:pt modelId="{E16BCC2E-CCFB-9E48-9CDB-2B418E065B7D}" type="pres">
      <dgm:prSet presAssocID="{3EAE2BA8-59FB-47BA-8A1C-F12CB86EDB43}" presName="parentLeftMargin" presStyleLbl="node1" presStyleIdx="0" presStyleCnt="3"/>
      <dgm:spPr/>
    </dgm:pt>
    <dgm:pt modelId="{6375B896-1AE2-2844-B9A8-6FD49C50B5C4}" type="pres">
      <dgm:prSet presAssocID="{3EAE2BA8-59FB-47BA-8A1C-F12CB86EDB4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3DE0277-284E-BC44-9BF2-6B2CB85BCCC6}" type="pres">
      <dgm:prSet presAssocID="{3EAE2BA8-59FB-47BA-8A1C-F12CB86EDB43}" presName="negativeSpace" presStyleCnt="0"/>
      <dgm:spPr/>
    </dgm:pt>
    <dgm:pt modelId="{751179B7-1C05-F845-B494-FFFCF903135A}" type="pres">
      <dgm:prSet presAssocID="{3EAE2BA8-59FB-47BA-8A1C-F12CB86EDB43}" presName="childText" presStyleLbl="conFgAcc1" presStyleIdx="1" presStyleCnt="3">
        <dgm:presLayoutVars>
          <dgm:bulletEnabled val="1"/>
        </dgm:presLayoutVars>
      </dgm:prSet>
      <dgm:spPr/>
    </dgm:pt>
    <dgm:pt modelId="{0B470B50-03F1-9944-B772-F942F16C56F7}" type="pres">
      <dgm:prSet presAssocID="{AEBEDBCC-D930-4104-B3C8-02950B041045}" presName="spaceBetweenRectangles" presStyleCnt="0"/>
      <dgm:spPr/>
    </dgm:pt>
    <dgm:pt modelId="{D9DA5A48-FEBA-E649-948F-9DE3D940E7E7}" type="pres">
      <dgm:prSet presAssocID="{4A530A1E-C014-430B-A6A6-3D2B8EAB8D1B}" presName="parentLin" presStyleCnt="0"/>
      <dgm:spPr/>
    </dgm:pt>
    <dgm:pt modelId="{828CC6C7-7F90-D741-9B63-E9683F177934}" type="pres">
      <dgm:prSet presAssocID="{4A530A1E-C014-430B-A6A6-3D2B8EAB8D1B}" presName="parentLeftMargin" presStyleLbl="node1" presStyleIdx="1" presStyleCnt="3"/>
      <dgm:spPr/>
    </dgm:pt>
    <dgm:pt modelId="{177793B7-9880-3847-BFCB-B91701C05CAC}" type="pres">
      <dgm:prSet presAssocID="{4A530A1E-C014-430B-A6A6-3D2B8EAB8D1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3608113-D4EC-FE4F-ABB2-BD22999423F1}" type="pres">
      <dgm:prSet presAssocID="{4A530A1E-C014-430B-A6A6-3D2B8EAB8D1B}" presName="negativeSpace" presStyleCnt="0"/>
      <dgm:spPr/>
    </dgm:pt>
    <dgm:pt modelId="{B6B0D6BE-DD1D-AC4A-BAB0-34D4808D7A6C}" type="pres">
      <dgm:prSet presAssocID="{4A530A1E-C014-430B-A6A6-3D2B8EAB8D1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675011F-BE82-4D41-A8E0-AA7B82BA199A}" srcId="{23E1627F-BB28-498E-9807-C90D26FEA949}" destId="{03A1B33D-B3AD-4A8F-B2B7-C14B563EECB9}" srcOrd="0" destOrd="0" parTransId="{E567AC65-FD0E-4096-B1A8-2FDF41BBB9D9}" sibTransId="{8014EF1C-8C2F-4907-9E99-52DF668A2870}"/>
    <dgm:cxn modelId="{82DA931F-72EA-2E41-928F-8A94E3ABD87E}" type="presOf" srcId="{4A530A1E-C014-430B-A6A6-3D2B8EAB8D1B}" destId="{177793B7-9880-3847-BFCB-B91701C05CAC}" srcOrd="1" destOrd="0" presId="urn:microsoft.com/office/officeart/2005/8/layout/list1"/>
    <dgm:cxn modelId="{E2C38130-059A-E645-8D8F-8C22FFDADFE5}" type="presOf" srcId="{FFA9E345-F1C8-4D2D-9B1C-77910D73F29E}" destId="{52BF6452-4193-FB4A-AF5D-4FE451D048B3}" srcOrd="0" destOrd="0" presId="urn:microsoft.com/office/officeart/2005/8/layout/list1"/>
    <dgm:cxn modelId="{05141D3A-81B2-43C8-9902-5748578B5BBE}" srcId="{3EAE2BA8-59FB-47BA-8A1C-F12CB86EDB43}" destId="{EDD871F8-F10C-4F48-B0DA-FB861AE84E0A}" srcOrd="0" destOrd="0" parTransId="{19526C20-0822-4EEC-AF6E-008C3BD467FF}" sibTransId="{B6C09965-E9A1-4CD3-A9CD-A2C21C40AC6E}"/>
    <dgm:cxn modelId="{84A51266-9029-F64C-BE99-C4DE6810228F}" type="presOf" srcId="{23E1627F-BB28-498E-9807-C90D26FEA949}" destId="{8DF15F44-CB94-C342-85FA-EA8C707739E0}" srcOrd="1" destOrd="0" presId="urn:microsoft.com/office/officeart/2005/8/layout/list1"/>
    <dgm:cxn modelId="{3F3AAE4B-E9C7-4F40-8105-B3AB3FD622CA}" type="presOf" srcId="{889CB551-A1CC-44E1-8711-4A2C15E9D2EC}" destId="{E2B28697-EE4E-7B44-8C33-0D44DB64D61A}" srcOrd="0" destOrd="1" presId="urn:microsoft.com/office/officeart/2005/8/layout/list1"/>
    <dgm:cxn modelId="{83C0546C-12B6-8C41-9CB0-16FE015AB71F}" type="presOf" srcId="{EDD871F8-F10C-4F48-B0DA-FB861AE84E0A}" destId="{751179B7-1C05-F845-B494-FFFCF903135A}" srcOrd="0" destOrd="0" presId="urn:microsoft.com/office/officeart/2005/8/layout/list1"/>
    <dgm:cxn modelId="{C6EAAC6D-3B96-A545-B128-CBEA091B26E9}" type="presOf" srcId="{3EAE2BA8-59FB-47BA-8A1C-F12CB86EDB43}" destId="{6375B896-1AE2-2844-B9A8-6FD49C50B5C4}" srcOrd="1" destOrd="0" presId="urn:microsoft.com/office/officeart/2005/8/layout/list1"/>
    <dgm:cxn modelId="{624B1C51-9830-4DE9-BF98-516E85A4BB31}" srcId="{3EAE2BA8-59FB-47BA-8A1C-F12CB86EDB43}" destId="{9DA0568D-7151-4B2E-B8C6-D0432F77562E}" srcOrd="1" destOrd="0" parTransId="{3AC90427-A189-4D6A-B2C3-A3F75995E3AF}" sibTransId="{5E99CBC6-83BC-46D1-9082-19451042AEDA}"/>
    <dgm:cxn modelId="{26651472-17F1-4D54-8689-3588C6C4232C}" srcId="{FFA9E345-F1C8-4D2D-9B1C-77910D73F29E}" destId="{4A530A1E-C014-430B-A6A6-3D2B8EAB8D1B}" srcOrd="2" destOrd="0" parTransId="{DF2E9ED0-6CB1-4792-9037-E8AF5C4F0467}" sibTransId="{75D3651C-D942-481E-8154-7654DB9CCFE0}"/>
    <dgm:cxn modelId="{EC848A73-F1F4-3D47-975F-F25053DB3C81}" type="presOf" srcId="{9DA0568D-7151-4B2E-B8C6-D0432F77562E}" destId="{751179B7-1C05-F845-B494-FFFCF903135A}" srcOrd="0" destOrd="1" presId="urn:microsoft.com/office/officeart/2005/8/layout/list1"/>
    <dgm:cxn modelId="{53227F94-3EE7-4085-B4EF-BFED32FE341A}" srcId="{03A1B33D-B3AD-4A8F-B2B7-C14B563EECB9}" destId="{889CB551-A1CC-44E1-8711-4A2C15E9D2EC}" srcOrd="0" destOrd="0" parTransId="{809C14B1-59D3-4CE5-A0FC-327AC76837CB}" sibTransId="{6E7242EC-1D9F-42DE-9A8E-780061605768}"/>
    <dgm:cxn modelId="{506F1499-8F6E-4D73-9068-86A01632E15D}" srcId="{FFA9E345-F1C8-4D2D-9B1C-77910D73F29E}" destId="{23E1627F-BB28-498E-9807-C90D26FEA949}" srcOrd="0" destOrd="0" parTransId="{D0C953CB-6391-4E4E-85E5-6F99E1FCAB5D}" sibTransId="{2BEDD51B-31B3-4E14-9C2E-CB598B79A0C3}"/>
    <dgm:cxn modelId="{F7088DAC-E532-B847-908B-DE6D511A2349}" type="presOf" srcId="{03A1B33D-B3AD-4A8F-B2B7-C14B563EECB9}" destId="{E2B28697-EE4E-7B44-8C33-0D44DB64D61A}" srcOrd="0" destOrd="0" presId="urn:microsoft.com/office/officeart/2005/8/layout/list1"/>
    <dgm:cxn modelId="{3FE12DB5-96A4-AE4B-93E0-E5658821F3BE}" type="presOf" srcId="{3EAE2BA8-59FB-47BA-8A1C-F12CB86EDB43}" destId="{E16BCC2E-CCFB-9E48-9CDB-2B418E065B7D}" srcOrd="0" destOrd="0" presId="urn:microsoft.com/office/officeart/2005/8/layout/list1"/>
    <dgm:cxn modelId="{4D75DAB9-0F9B-BC46-932E-56D5517535EA}" type="presOf" srcId="{4A530A1E-C014-430B-A6A6-3D2B8EAB8D1B}" destId="{828CC6C7-7F90-D741-9B63-E9683F177934}" srcOrd="0" destOrd="0" presId="urn:microsoft.com/office/officeart/2005/8/layout/list1"/>
    <dgm:cxn modelId="{9B4FDEDC-9767-4E96-B22B-8CA369EB172B}" srcId="{FFA9E345-F1C8-4D2D-9B1C-77910D73F29E}" destId="{3EAE2BA8-59FB-47BA-8A1C-F12CB86EDB43}" srcOrd="1" destOrd="0" parTransId="{E2370B85-A715-4A35-96CA-50990395AD8B}" sibTransId="{AEBEDBCC-D930-4104-B3C8-02950B041045}"/>
    <dgm:cxn modelId="{067E04EE-D5DA-304D-8C0D-40D4FBEFB530}" type="presOf" srcId="{23E1627F-BB28-498E-9807-C90D26FEA949}" destId="{6EA189E4-4AC3-694A-B4CD-94B531A8E028}" srcOrd="0" destOrd="0" presId="urn:microsoft.com/office/officeart/2005/8/layout/list1"/>
    <dgm:cxn modelId="{CA2C3B0E-DE42-E240-BDDB-4357CAE31E67}" type="presParOf" srcId="{52BF6452-4193-FB4A-AF5D-4FE451D048B3}" destId="{10A5F91D-EBC7-404C-BA26-8603C3CDC44E}" srcOrd="0" destOrd="0" presId="urn:microsoft.com/office/officeart/2005/8/layout/list1"/>
    <dgm:cxn modelId="{54149366-2155-FC44-8987-DD653A5FF03C}" type="presParOf" srcId="{10A5F91D-EBC7-404C-BA26-8603C3CDC44E}" destId="{6EA189E4-4AC3-694A-B4CD-94B531A8E028}" srcOrd="0" destOrd="0" presId="urn:microsoft.com/office/officeart/2005/8/layout/list1"/>
    <dgm:cxn modelId="{73B4560A-3462-0748-B2BA-FBBA030C5186}" type="presParOf" srcId="{10A5F91D-EBC7-404C-BA26-8603C3CDC44E}" destId="{8DF15F44-CB94-C342-85FA-EA8C707739E0}" srcOrd="1" destOrd="0" presId="urn:microsoft.com/office/officeart/2005/8/layout/list1"/>
    <dgm:cxn modelId="{BEB8FDF4-AABD-9246-B9AA-CBFB367E8BD4}" type="presParOf" srcId="{52BF6452-4193-FB4A-AF5D-4FE451D048B3}" destId="{6715FA00-D27D-284D-A3E0-8B88A0E824B5}" srcOrd="1" destOrd="0" presId="urn:microsoft.com/office/officeart/2005/8/layout/list1"/>
    <dgm:cxn modelId="{C88DE374-2C98-AB4B-84A7-F2F870882864}" type="presParOf" srcId="{52BF6452-4193-FB4A-AF5D-4FE451D048B3}" destId="{E2B28697-EE4E-7B44-8C33-0D44DB64D61A}" srcOrd="2" destOrd="0" presId="urn:microsoft.com/office/officeart/2005/8/layout/list1"/>
    <dgm:cxn modelId="{4C23A874-F10A-BB4E-B745-CFC3BEE8077C}" type="presParOf" srcId="{52BF6452-4193-FB4A-AF5D-4FE451D048B3}" destId="{C05B03C0-93BC-3245-8675-EDE43C2DB596}" srcOrd="3" destOrd="0" presId="urn:microsoft.com/office/officeart/2005/8/layout/list1"/>
    <dgm:cxn modelId="{79550EAD-515C-3B47-BEE8-41F61D898DA5}" type="presParOf" srcId="{52BF6452-4193-FB4A-AF5D-4FE451D048B3}" destId="{5C88DCDA-2188-5849-BC07-8B0A161FBFA9}" srcOrd="4" destOrd="0" presId="urn:microsoft.com/office/officeart/2005/8/layout/list1"/>
    <dgm:cxn modelId="{F18C3ADF-599F-814D-834B-27E92794E366}" type="presParOf" srcId="{5C88DCDA-2188-5849-BC07-8B0A161FBFA9}" destId="{E16BCC2E-CCFB-9E48-9CDB-2B418E065B7D}" srcOrd="0" destOrd="0" presId="urn:microsoft.com/office/officeart/2005/8/layout/list1"/>
    <dgm:cxn modelId="{D7837C0A-7E2D-D342-BF07-736C2C4B0E5E}" type="presParOf" srcId="{5C88DCDA-2188-5849-BC07-8B0A161FBFA9}" destId="{6375B896-1AE2-2844-B9A8-6FD49C50B5C4}" srcOrd="1" destOrd="0" presId="urn:microsoft.com/office/officeart/2005/8/layout/list1"/>
    <dgm:cxn modelId="{5D59B464-6ECA-0847-A47E-AFF2C8E65EB5}" type="presParOf" srcId="{52BF6452-4193-FB4A-AF5D-4FE451D048B3}" destId="{33DE0277-284E-BC44-9BF2-6B2CB85BCCC6}" srcOrd="5" destOrd="0" presId="urn:microsoft.com/office/officeart/2005/8/layout/list1"/>
    <dgm:cxn modelId="{84525355-094E-6847-8FE1-CEE2B20264E7}" type="presParOf" srcId="{52BF6452-4193-FB4A-AF5D-4FE451D048B3}" destId="{751179B7-1C05-F845-B494-FFFCF903135A}" srcOrd="6" destOrd="0" presId="urn:microsoft.com/office/officeart/2005/8/layout/list1"/>
    <dgm:cxn modelId="{FC13049A-E747-3940-9909-A9779BFCC564}" type="presParOf" srcId="{52BF6452-4193-FB4A-AF5D-4FE451D048B3}" destId="{0B470B50-03F1-9944-B772-F942F16C56F7}" srcOrd="7" destOrd="0" presId="urn:microsoft.com/office/officeart/2005/8/layout/list1"/>
    <dgm:cxn modelId="{8E90A09F-025F-8A40-904D-6310CF8E2E58}" type="presParOf" srcId="{52BF6452-4193-FB4A-AF5D-4FE451D048B3}" destId="{D9DA5A48-FEBA-E649-948F-9DE3D940E7E7}" srcOrd="8" destOrd="0" presId="urn:microsoft.com/office/officeart/2005/8/layout/list1"/>
    <dgm:cxn modelId="{1C21462C-DBAE-D145-8FB4-C2A6AAAD1CAC}" type="presParOf" srcId="{D9DA5A48-FEBA-E649-948F-9DE3D940E7E7}" destId="{828CC6C7-7F90-D741-9B63-E9683F177934}" srcOrd="0" destOrd="0" presId="urn:microsoft.com/office/officeart/2005/8/layout/list1"/>
    <dgm:cxn modelId="{CF294355-85CC-3B4D-A165-44643203DE88}" type="presParOf" srcId="{D9DA5A48-FEBA-E649-948F-9DE3D940E7E7}" destId="{177793B7-9880-3847-BFCB-B91701C05CAC}" srcOrd="1" destOrd="0" presId="urn:microsoft.com/office/officeart/2005/8/layout/list1"/>
    <dgm:cxn modelId="{8022EF9F-78E6-954E-9246-7A937CAB1B88}" type="presParOf" srcId="{52BF6452-4193-FB4A-AF5D-4FE451D048B3}" destId="{63608113-D4EC-FE4F-ABB2-BD22999423F1}" srcOrd="9" destOrd="0" presId="urn:microsoft.com/office/officeart/2005/8/layout/list1"/>
    <dgm:cxn modelId="{B045C778-BCBD-0D46-935F-215339488EB3}" type="presParOf" srcId="{52BF6452-4193-FB4A-AF5D-4FE451D048B3}" destId="{B6B0D6BE-DD1D-AC4A-BAB0-34D4808D7A6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03CE62C-0706-4E5C-8D46-D8152550C411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6B3B9B5-C42C-4857-BC20-C48DDD79E54C}">
      <dgm:prSet/>
      <dgm:spPr/>
      <dgm:t>
        <a:bodyPr/>
        <a:lstStyle/>
        <a:p>
          <a:r>
            <a:rPr lang="en-US"/>
            <a:t>Initial:</a:t>
          </a:r>
        </a:p>
      </dgm:t>
    </dgm:pt>
    <dgm:pt modelId="{066952E6-844C-4603-8A74-6796B694F884}" type="parTrans" cxnId="{17747A49-7A09-4F67-8182-48FCE088370D}">
      <dgm:prSet/>
      <dgm:spPr/>
      <dgm:t>
        <a:bodyPr/>
        <a:lstStyle/>
        <a:p>
          <a:endParaRPr lang="en-US"/>
        </a:p>
      </dgm:t>
    </dgm:pt>
    <dgm:pt modelId="{FB1CC20B-8710-4394-9B7D-FF2413DA8B62}" type="sibTrans" cxnId="{17747A49-7A09-4F67-8182-48FCE088370D}">
      <dgm:prSet/>
      <dgm:spPr/>
      <dgm:t>
        <a:bodyPr/>
        <a:lstStyle/>
        <a:p>
          <a:endParaRPr lang="en-US"/>
        </a:p>
      </dgm:t>
    </dgm:pt>
    <dgm:pt modelId="{0123685C-BB05-4A6F-AE9E-92EFECD69DF2}">
      <dgm:prSet/>
      <dgm:spPr/>
      <dgm:t>
        <a:bodyPr/>
        <a:lstStyle/>
        <a:p>
          <a:r>
            <a:rPr lang="en-US"/>
            <a:t>Weight reduction (if obese)</a:t>
          </a:r>
        </a:p>
      </dgm:t>
    </dgm:pt>
    <dgm:pt modelId="{6FD1B0A4-32D0-4C2C-A2E1-9E00B3D00F43}" type="parTrans" cxnId="{0D1896FD-187E-4260-BF3C-170C495BBC79}">
      <dgm:prSet/>
      <dgm:spPr/>
      <dgm:t>
        <a:bodyPr/>
        <a:lstStyle/>
        <a:p>
          <a:endParaRPr lang="en-US"/>
        </a:p>
      </dgm:t>
    </dgm:pt>
    <dgm:pt modelId="{CA03C083-12D0-4BD9-9D0A-965AF96A2246}" type="sibTrans" cxnId="{0D1896FD-187E-4260-BF3C-170C495BBC79}">
      <dgm:prSet/>
      <dgm:spPr/>
      <dgm:t>
        <a:bodyPr/>
        <a:lstStyle/>
        <a:p>
          <a:endParaRPr lang="en-US"/>
        </a:p>
      </dgm:t>
    </dgm:pt>
    <dgm:pt modelId="{6C8F0F9E-7AC9-4837-97BD-65B41403E119}">
      <dgm:prSet/>
      <dgm:spPr/>
      <dgm:t>
        <a:bodyPr/>
        <a:lstStyle/>
        <a:p>
          <a:r>
            <a:rPr lang="en-US"/>
            <a:t>Lifestyle changes:</a:t>
          </a:r>
        </a:p>
      </dgm:t>
    </dgm:pt>
    <dgm:pt modelId="{74187973-3B82-4DFB-8364-82C2A00601D8}" type="parTrans" cxnId="{EEA4A0B5-9832-4CF2-A5D9-B47E5816ADE0}">
      <dgm:prSet/>
      <dgm:spPr/>
      <dgm:t>
        <a:bodyPr/>
        <a:lstStyle/>
        <a:p>
          <a:endParaRPr lang="en-US"/>
        </a:p>
      </dgm:t>
    </dgm:pt>
    <dgm:pt modelId="{416F5403-D225-4EAB-AB5D-5810E1A62C98}" type="sibTrans" cxnId="{EEA4A0B5-9832-4CF2-A5D9-B47E5816ADE0}">
      <dgm:prSet/>
      <dgm:spPr/>
      <dgm:t>
        <a:bodyPr/>
        <a:lstStyle/>
        <a:p>
          <a:endParaRPr lang="en-US"/>
        </a:p>
      </dgm:t>
    </dgm:pt>
    <dgm:pt modelId="{289DC9AF-23F5-4485-8310-C2C6A4BA8B86}">
      <dgm:prSet/>
      <dgm:spPr/>
      <dgm:t>
        <a:bodyPr/>
        <a:lstStyle/>
        <a:p>
          <a:r>
            <a:rPr lang="en-US"/>
            <a:t>Elevate head of bed</a:t>
          </a:r>
        </a:p>
      </dgm:t>
    </dgm:pt>
    <dgm:pt modelId="{F43DF72B-EDB8-4ECE-9B50-31CF668CDCAE}" type="parTrans" cxnId="{BB08E58A-FCA5-47A8-A6B5-79065D103818}">
      <dgm:prSet/>
      <dgm:spPr/>
      <dgm:t>
        <a:bodyPr/>
        <a:lstStyle/>
        <a:p>
          <a:endParaRPr lang="en-US"/>
        </a:p>
      </dgm:t>
    </dgm:pt>
    <dgm:pt modelId="{2A8ACB9A-2B11-4C59-8C32-E5844F9D7788}" type="sibTrans" cxnId="{BB08E58A-FCA5-47A8-A6B5-79065D103818}">
      <dgm:prSet/>
      <dgm:spPr/>
      <dgm:t>
        <a:bodyPr/>
        <a:lstStyle/>
        <a:p>
          <a:endParaRPr lang="en-US"/>
        </a:p>
      </dgm:t>
    </dgm:pt>
    <dgm:pt modelId="{B921DAA9-3455-439C-8DCA-9F04589EA08D}">
      <dgm:prSet/>
      <dgm:spPr/>
      <dgm:t>
        <a:bodyPr/>
        <a:lstStyle/>
        <a:p>
          <a:r>
            <a:rPr lang="en-US" dirty="0"/>
            <a:t>Avoid meals 2-3 hours before bedtime</a:t>
          </a:r>
        </a:p>
      </dgm:t>
    </dgm:pt>
    <dgm:pt modelId="{46F6235B-50A8-48E8-B6F7-246A4A928B0A}" type="parTrans" cxnId="{F837BA2B-2363-401C-8E7B-60CDAEC90684}">
      <dgm:prSet/>
      <dgm:spPr/>
      <dgm:t>
        <a:bodyPr/>
        <a:lstStyle/>
        <a:p>
          <a:endParaRPr lang="en-US"/>
        </a:p>
      </dgm:t>
    </dgm:pt>
    <dgm:pt modelId="{3478A9A2-0AFD-4860-9B4F-45DCD6517E8A}" type="sibTrans" cxnId="{F837BA2B-2363-401C-8E7B-60CDAEC90684}">
      <dgm:prSet/>
      <dgm:spPr/>
      <dgm:t>
        <a:bodyPr/>
        <a:lstStyle/>
        <a:p>
          <a:endParaRPr lang="en-US"/>
        </a:p>
      </dgm:t>
    </dgm:pt>
    <dgm:pt modelId="{C7927A92-3C01-4C06-BA7C-000CBA32FA2C}">
      <dgm:prSet/>
      <dgm:spPr/>
      <dgm:t>
        <a:bodyPr/>
        <a:lstStyle/>
        <a:p>
          <a:r>
            <a:rPr lang="en-US"/>
            <a:t>Avoid acidic/spicy foods</a:t>
          </a:r>
        </a:p>
      </dgm:t>
    </dgm:pt>
    <dgm:pt modelId="{548EDFBB-14FA-4DCF-881A-8FDE7353CB86}" type="parTrans" cxnId="{5604F214-1185-48FF-9E93-52A13E1387F9}">
      <dgm:prSet/>
      <dgm:spPr/>
      <dgm:t>
        <a:bodyPr/>
        <a:lstStyle/>
        <a:p>
          <a:endParaRPr lang="en-US"/>
        </a:p>
      </dgm:t>
    </dgm:pt>
    <dgm:pt modelId="{879185C3-555F-4E61-87FC-1F4B97E8FA9E}" type="sibTrans" cxnId="{5604F214-1185-48FF-9E93-52A13E1387F9}">
      <dgm:prSet/>
      <dgm:spPr/>
      <dgm:t>
        <a:bodyPr/>
        <a:lstStyle/>
        <a:p>
          <a:endParaRPr lang="en-US"/>
        </a:p>
      </dgm:t>
    </dgm:pt>
    <dgm:pt modelId="{9B8C1E33-644E-42AC-AE39-68FDC5660309}">
      <dgm:prSet/>
      <dgm:spPr/>
      <dgm:t>
        <a:bodyPr/>
        <a:lstStyle/>
        <a:p>
          <a:r>
            <a:rPr lang="en-US"/>
            <a:t>Tobacco cessation</a:t>
          </a:r>
        </a:p>
      </dgm:t>
    </dgm:pt>
    <dgm:pt modelId="{46CCCC7F-D360-4AAB-AF1C-DD03F4669B4B}" type="parTrans" cxnId="{1BF4E1FA-B21C-4837-AA6D-F5CBBEE41C9E}">
      <dgm:prSet/>
      <dgm:spPr/>
      <dgm:t>
        <a:bodyPr/>
        <a:lstStyle/>
        <a:p>
          <a:endParaRPr lang="en-US"/>
        </a:p>
      </dgm:t>
    </dgm:pt>
    <dgm:pt modelId="{7C4594F4-A080-4A88-85AA-7DB3EE7891B7}" type="sibTrans" cxnId="{1BF4E1FA-B21C-4837-AA6D-F5CBBEE41C9E}">
      <dgm:prSet/>
      <dgm:spPr/>
      <dgm:t>
        <a:bodyPr/>
        <a:lstStyle/>
        <a:p>
          <a:endParaRPr lang="en-US"/>
        </a:p>
      </dgm:t>
    </dgm:pt>
    <dgm:pt modelId="{BCB93E4A-5C28-4F51-871B-501E8138EC5F}">
      <dgm:prSet/>
      <dgm:spPr/>
      <dgm:t>
        <a:bodyPr/>
        <a:lstStyle/>
        <a:p>
          <a:r>
            <a:rPr lang="en-US"/>
            <a:t>Start PPI x8 weeks</a:t>
          </a:r>
        </a:p>
      </dgm:t>
    </dgm:pt>
    <dgm:pt modelId="{BF463DA4-B8F3-479A-8108-BD89E0F5700D}" type="parTrans" cxnId="{B0AA8C55-CD73-4036-81A8-41593B75E5CA}">
      <dgm:prSet/>
      <dgm:spPr/>
      <dgm:t>
        <a:bodyPr/>
        <a:lstStyle/>
        <a:p>
          <a:endParaRPr lang="en-US"/>
        </a:p>
      </dgm:t>
    </dgm:pt>
    <dgm:pt modelId="{8C3CFE8C-A172-4364-8962-4D5307CF4F00}" type="sibTrans" cxnId="{B0AA8C55-CD73-4036-81A8-41593B75E5CA}">
      <dgm:prSet/>
      <dgm:spPr/>
      <dgm:t>
        <a:bodyPr/>
        <a:lstStyle/>
        <a:p>
          <a:endParaRPr lang="en-US"/>
        </a:p>
      </dgm:t>
    </dgm:pt>
    <dgm:pt modelId="{737D2299-DA3C-4BCC-8AF8-667EB603BF50}">
      <dgm:prSet/>
      <dgm:spPr/>
      <dgm:t>
        <a:bodyPr/>
        <a:lstStyle/>
        <a:p>
          <a:r>
            <a:rPr lang="en-US" dirty="0"/>
            <a:t>30-60 mins before meals (usually before breakfast)</a:t>
          </a:r>
        </a:p>
      </dgm:t>
    </dgm:pt>
    <dgm:pt modelId="{220A666E-EC66-4592-B1CD-0A03AD3FA0F3}" type="parTrans" cxnId="{5B3EC928-FFA4-4E30-AB78-332508B88F62}">
      <dgm:prSet/>
      <dgm:spPr/>
      <dgm:t>
        <a:bodyPr/>
        <a:lstStyle/>
        <a:p>
          <a:endParaRPr lang="en-US"/>
        </a:p>
      </dgm:t>
    </dgm:pt>
    <dgm:pt modelId="{1E2A16D4-BEE2-4FC8-A639-74F7AC32B510}" type="sibTrans" cxnId="{5B3EC928-FFA4-4E30-AB78-332508B88F62}">
      <dgm:prSet/>
      <dgm:spPr/>
      <dgm:t>
        <a:bodyPr/>
        <a:lstStyle/>
        <a:p>
          <a:endParaRPr lang="en-US"/>
        </a:p>
      </dgm:t>
    </dgm:pt>
    <dgm:pt modelId="{787BB045-980B-406F-B57C-E50D0AEF8516}">
      <dgm:prSet/>
      <dgm:spPr/>
      <dgm:t>
        <a:bodyPr/>
        <a:lstStyle/>
        <a:p>
          <a:r>
            <a:rPr lang="en-US"/>
            <a:t>Continue if:</a:t>
          </a:r>
        </a:p>
      </dgm:t>
    </dgm:pt>
    <dgm:pt modelId="{F362E400-C958-4FAE-86C2-1C5453F06C7B}" type="parTrans" cxnId="{CF92692E-D410-4E9F-A5A5-6154B12A5846}">
      <dgm:prSet/>
      <dgm:spPr/>
      <dgm:t>
        <a:bodyPr/>
        <a:lstStyle/>
        <a:p>
          <a:endParaRPr lang="en-US"/>
        </a:p>
      </dgm:t>
    </dgm:pt>
    <dgm:pt modelId="{036F5515-0DD2-4E81-BC61-88AA78A317D9}" type="sibTrans" cxnId="{CF92692E-D410-4E9F-A5A5-6154B12A5846}">
      <dgm:prSet/>
      <dgm:spPr/>
      <dgm:t>
        <a:bodyPr/>
        <a:lstStyle/>
        <a:p>
          <a:endParaRPr lang="en-US"/>
        </a:p>
      </dgm:t>
    </dgm:pt>
    <dgm:pt modelId="{7B58DBBC-8144-4FD4-A2D3-FF08A84B2CB1}">
      <dgm:prSet/>
      <dgm:spPr/>
      <dgm:t>
        <a:bodyPr/>
        <a:lstStyle/>
        <a:p>
          <a:r>
            <a:rPr lang="en-US"/>
            <a:t>Erosive esophagitis</a:t>
          </a:r>
        </a:p>
      </dgm:t>
    </dgm:pt>
    <dgm:pt modelId="{BED6A738-58A0-443C-ADB3-25C3D3F0291F}" type="parTrans" cxnId="{F96977B2-B82A-4896-A151-D4FB177903C2}">
      <dgm:prSet/>
      <dgm:spPr/>
      <dgm:t>
        <a:bodyPr/>
        <a:lstStyle/>
        <a:p>
          <a:endParaRPr lang="en-US"/>
        </a:p>
      </dgm:t>
    </dgm:pt>
    <dgm:pt modelId="{D7A66264-CDEB-42E7-ADC1-119F01E15C66}" type="sibTrans" cxnId="{F96977B2-B82A-4896-A151-D4FB177903C2}">
      <dgm:prSet/>
      <dgm:spPr/>
      <dgm:t>
        <a:bodyPr/>
        <a:lstStyle/>
        <a:p>
          <a:endParaRPr lang="en-US"/>
        </a:p>
      </dgm:t>
    </dgm:pt>
    <dgm:pt modelId="{6C31FD8F-FFFF-4FE0-A42E-4D48E0BCEFA1}">
      <dgm:prSet/>
      <dgm:spPr/>
      <dgm:t>
        <a:bodyPr/>
        <a:lstStyle/>
        <a:p>
          <a:r>
            <a:rPr lang="en-US"/>
            <a:t>Barrett’s esophagus</a:t>
          </a:r>
        </a:p>
      </dgm:t>
    </dgm:pt>
    <dgm:pt modelId="{68C8B721-879E-4520-BB35-6BC593B65E6E}" type="parTrans" cxnId="{C5EA5B33-D41F-4F7E-A48C-3E7EE74FDABC}">
      <dgm:prSet/>
      <dgm:spPr/>
      <dgm:t>
        <a:bodyPr/>
        <a:lstStyle/>
        <a:p>
          <a:endParaRPr lang="en-US"/>
        </a:p>
      </dgm:t>
    </dgm:pt>
    <dgm:pt modelId="{FEBDA294-1ECE-4565-8E91-4B8237C29F6D}" type="sibTrans" cxnId="{C5EA5B33-D41F-4F7E-A48C-3E7EE74FDABC}">
      <dgm:prSet/>
      <dgm:spPr/>
      <dgm:t>
        <a:bodyPr/>
        <a:lstStyle/>
        <a:p>
          <a:endParaRPr lang="en-US"/>
        </a:p>
      </dgm:t>
    </dgm:pt>
    <dgm:pt modelId="{381CB607-115F-44E2-BFDD-AAE581D299FB}">
      <dgm:prSet/>
      <dgm:spPr/>
      <dgm:t>
        <a:bodyPr/>
        <a:lstStyle/>
        <a:p>
          <a:r>
            <a:rPr lang="en-US"/>
            <a:t>Recurrent peptic stricture</a:t>
          </a:r>
        </a:p>
      </dgm:t>
    </dgm:pt>
    <dgm:pt modelId="{181671A9-E2C9-4850-9C7C-4EAFD6FAD59A}" type="parTrans" cxnId="{A3814794-2575-4A88-A9CC-B9E9E33500B6}">
      <dgm:prSet/>
      <dgm:spPr/>
      <dgm:t>
        <a:bodyPr/>
        <a:lstStyle/>
        <a:p>
          <a:endParaRPr lang="en-US"/>
        </a:p>
      </dgm:t>
    </dgm:pt>
    <dgm:pt modelId="{EE53F211-BCD5-46E6-AECC-29C1A16562AD}" type="sibTrans" cxnId="{A3814794-2575-4A88-A9CC-B9E9E33500B6}">
      <dgm:prSet/>
      <dgm:spPr/>
      <dgm:t>
        <a:bodyPr/>
        <a:lstStyle/>
        <a:p>
          <a:endParaRPr lang="en-US"/>
        </a:p>
      </dgm:t>
    </dgm:pt>
    <dgm:pt modelId="{3F81C988-E4B2-0F46-B3AA-58A4110F1036}" type="pres">
      <dgm:prSet presAssocID="{103CE62C-0706-4E5C-8D46-D8152550C411}" presName="Name0" presStyleCnt="0">
        <dgm:presLayoutVars>
          <dgm:dir/>
          <dgm:animLvl val="lvl"/>
          <dgm:resizeHandles val="exact"/>
        </dgm:presLayoutVars>
      </dgm:prSet>
      <dgm:spPr/>
    </dgm:pt>
    <dgm:pt modelId="{DBA7357F-A057-8941-8C36-11EDAAE57F12}" type="pres">
      <dgm:prSet presAssocID="{36B3B9B5-C42C-4857-BC20-C48DDD79E54C}" presName="composite" presStyleCnt="0"/>
      <dgm:spPr/>
    </dgm:pt>
    <dgm:pt modelId="{D3DB90A2-062D-EE43-B322-C572DBB2ABAA}" type="pres">
      <dgm:prSet presAssocID="{36B3B9B5-C42C-4857-BC20-C48DDD79E54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1635AA51-245C-4948-B4CC-266F8CB2C96C}" type="pres">
      <dgm:prSet presAssocID="{36B3B9B5-C42C-4857-BC20-C48DDD79E54C}" presName="desTx" presStyleLbl="alignAccFollowNode1" presStyleIdx="0" presStyleCnt="2">
        <dgm:presLayoutVars>
          <dgm:bulletEnabled val="1"/>
        </dgm:presLayoutVars>
      </dgm:prSet>
      <dgm:spPr/>
    </dgm:pt>
    <dgm:pt modelId="{10877587-1A44-FF40-9215-3BB3E60B9A01}" type="pres">
      <dgm:prSet presAssocID="{FB1CC20B-8710-4394-9B7D-FF2413DA8B62}" presName="space" presStyleCnt="0"/>
      <dgm:spPr/>
    </dgm:pt>
    <dgm:pt modelId="{DD5D3FD9-B4FF-744D-AB30-5D751FF11D50}" type="pres">
      <dgm:prSet presAssocID="{BCB93E4A-5C28-4F51-871B-501E8138EC5F}" presName="composite" presStyleCnt="0"/>
      <dgm:spPr/>
    </dgm:pt>
    <dgm:pt modelId="{B8EBD29D-D0B1-E244-970E-B39047B6A802}" type="pres">
      <dgm:prSet presAssocID="{BCB93E4A-5C28-4F51-871B-501E8138EC5F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EA2DF37A-24F1-1E4B-B02A-9F6C0F197583}" type="pres">
      <dgm:prSet presAssocID="{BCB93E4A-5C28-4F51-871B-501E8138EC5F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84ADF612-FDA7-0747-B53E-182162A32410}" type="presOf" srcId="{381CB607-115F-44E2-BFDD-AAE581D299FB}" destId="{EA2DF37A-24F1-1E4B-B02A-9F6C0F197583}" srcOrd="0" destOrd="4" presId="urn:microsoft.com/office/officeart/2005/8/layout/hList1"/>
    <dgm:cxn modelId="{5604F214-1185-48FF-9E93-52A13E1387F9}" srcId="{6C8F0F9E-7AC9-4837-97BD-65B41403E119}" destId="{C7927A92-3C01-4C06-BA7C-000CBA32FA2C}" srcOrd="2" destOrd="0" parTransId="{548EDFBB-14FA-4DCF-881A-8FDE7353CB86}" sibTransId="{879185C3-555F-4E61-87FC-1F4B97E8FA9E}"/>
    <dgm:cxn modelId="{FC87CE16-4AD0-064F-ABD8-ABCF5E81978F}" type="presOf" srcId="{787BB045-980B-406F-B57C-E50D0AEF8516}" destId="{EA2DF37A-24F1-1E4B-B02A-9F6C0F197583}" srcOrd="0" destOrd="1" presId="urn:microsoft.com/office/officeart/2005/8/layout/hList1"/>
    <dgm:cxn modelId="{5B3EC928-FFA4-4E30-AB78-332508B88F62}" srcId="{BCB93E4A-5C28-4F51-871B-501E8138EC5F}" destId="{737D2299-DA3C-4BCC-8AF8-667EB603BF50}" srcOrd="0" destOrd="0" parTransId="{220A666E-EC66-4592-B1CD-0A03AD3FA0F3}" sibTransId="{1E2A16D4-BEE2-4FC8-A639-74F7AC32B510}"/>
    <dgm:cxn modelId="{F837BA2B-2363-401C-8E7B-60CDAEC90684}" srcId="{6C8F0F9E-7AC9-4837-97BD-65B41403E119}" destId="{B921DAA9-3455-439C-8DCA-9F04589EA08D}" srcOrd="1" destOrd="0" parTransId="{46F6235B-50A8-48E8-B6F7-246A4A928B0A}" sibTransId="{3478A9A2-0AFD-4860-9B4F-45DCD6517E8A}"/>
    <dgm:cxn modelId="{CF92692E-D410-4E9F-A5A5-6154B12A5846}" srcId="{BCB93E4A-5C28-4F51-871B-501E8138EC5F}" destId="{787BB045-980B-406F-B57C-E50D0AEF8516}" srcOrd="1" destOrd="0" parTransId="{F362E400-C958-4FAE-86C2-1C5453F06C7B}" sibTransId="{036F5515-0DD2-4E81-BC61-88AA78A317D9}"/>
    <dgm:cxn modelId="{C5EA5B33-D41F-4F7E-A48C-3E7EE74FDABC}" srcId="{787BB045-980B-406F-B57C-E50D0AEF8516}" destId="{6C31FD8F-FFFF-4FE0-A42E-4D48E0BCEFA1}" srcOrd="1" destOrd="0" parTransId="{68C8B721-879E-4520-BB35-6BC593B65E6E}" sibTransId="{FEBDA294-1ECE-4565-8E91-4B8237C29F6D}"/>
    <dgm:cxn modelId="{39BC8F34-9D76-544D-9D95-0D6738C2C346}" type="presOf" srcId="{C7927A92-3C01-4C06-BA7C-000CBA32FA2C}" destId="{1635AA51-245C-4948-B4CC-266F8CB2C96C}" srcOrd="0" destOrd="4" presId="urn:microsoft.com/office/officeart/2005/8/layout/hList1"/>
    <dgm:cxn modelId="{0778CE35-231D-7A40-9A79-FD2517B43480}" type="presOf" srcId="{7B58DBBC-8144-4FD4-A2D3-FF08A84B2CB1}" destId="{EA2DF37A-24F1-1E4B-B02A-9F6C0F197583}" srcOrd="0" destOrd="2" presId="urn:microsoft.com/office/officeart/2005/8/layout/hList1"/>
    <dgm:cxn modelId="{EDDD6936-6241-C849-B5C2-00A512334B14}" type="presOf" srcId="{9B8C1E33-644E-42AC-AE39-68FDC5660309}" destId="{1635AA51-245C-4948-B4CC-266F8CB2C96C}" srcOrd="0" destOrd="5" presId="urn:microsoft.com/office/officeart/2005/8/layout/hList1"/>
    <dgm:cxn modelId="{C3F4C145-A404-144E-A307-840660504C98}" type="presOf" srcId="{103CE62C-0706-4E5C-8D46-D8152550C411}" destId="{3F81C988-E4B2-0F46-B3AA-58A4110F1036}" srcOrd="0" destOrd="0" presId="urn:microsoft.com/office/officeart/2005/8/layout/hList1"/>
    <dgm:cxn modelId="{17747A49-7A09-4F67-8182-48FCE088370D}" srcId="{103CE62C-0706-4E5C-8D46-D8152550C411}" destId="{36B3B9B5-C42C-4857-BC20-C48DDD79E54C}" srcOrd="0" destOrd="0" parTransId="{066952E6-844C-4603-8A74-6796B694F884}" sibTransId="{FB1CC20B-8710-4394-9B7D-FF2413DA8B62}"/>
    <dgm:cxn modelId="{88EA2974-D83D-804E-B182-DE68B5AB511B}" type="presOf" srcId="{0123685C-BB05-4A6F-AE9E-92EFECD69DF2}" destId="{1635AA51-245C-4948-B4CC-266F8CB2C96C}" srcOrd="0" destOrd="0" presId="urn:microsoft.com/office/officeart/2005/8/layout/hList1"/>
    <dgm:cxn modelId="{B0AA8C55-CD73-4036-81A8-41593B75E5CA}" srcId="{103CE62C-0706-4E5C-8D46-D8152550C411}" destId="{BCB93E4A-5C28-4F51-871B-501E8138EC5F}" srcOrd="1" destOrd="0" parTransId="{BF463DA4-B8F3-479A-8108-BD89E0F5700D}" sibTransId="{8C3CFE8C-A172-4364-8962-4D5307CF4F00}"/>
    <dgm:cxn modelId="{A429855A-1BFF-7142-96B0-A7DCBDC7EA91}" type="presOf" srcId="{6C31FD8F-FFFF-4FE0-A42E-4D48E0BCEFA1}" destId="{EA2DF37A-24F1-1E4B-B02A-9F6C0F197583}" srcOrd="0" destOrd="3" presId="urn:microsoft.com/office/officeart/2005/8/layout/hList1"/>
    <dgm:cxn modelId="{4F9CFC85-A730-7040-970A-ECBFEC7BBE85}" type="presOf" srcId="{6C8F0F9E-7AC9-4837-97BD-65B41403E119}" destId="{1635AA51-245C-4948-B4CC-266F8CB2C96C}" srcOrd="0" destOrd="1" presId="urn:microsoft.com/office/officeart/2005/8/layout/hList1"/>
    <dgm:cxn modelId="{BB08E58A-FCA5-47A8-A6B5-79065D103818}" srcId="{6C8F0F9E-7AC9-4837-97BD-65B41403E119}" destId="{289DC9AF-23F5-4485-8310-C2C6A4BA8B86}" srcOrd="0" destOrd="0" parTransId="{F43DF72B-EDB8-4ECE-9B50-31CF668CDCAE}" sibTransId="{2A8ACB9A-2B11-4C59-8C32-E5844F9D7788}"/>
    <dgm:cxn modelId="{A3814794-2575-4A88-A9CC-B9E9E33500B6}" srcId="{787BB045-980B-406F-B57C-E50D0AEF8516}" destId="{381CB607-115F-44E2-BFDD-AAE581D299FB}" srcOrd="2" destOrd="0" parTransId="{181671A9-E2C9-4850-9C7C-4EAFD6FAD59A}" sibTransId="{EE53F211-BCD5-46E6-AECC-29C1A16562AD}"/>
    <dgm:cxn modelId="{755B92A7-A533-D749-B883-E27739EC97BD}" type="presOf" srcId="{B921DAA9-3455-439C-8DCA-9F04589EA08D}" destId="{1635AA51-245C-4948-B4CC-266F8CB2C96C}" srcOrd="0" destOrd="3" presId="urn:microsoft.com/office/officeart/2005/8/layout/hList1"/>
    <dgm:cxn modelId="{F96977B2-B82A-4896-A151-D4FB177903C2}" srcId="{787BB045-980B-406F-B57C-E50D0AEF8516}" destId="{7B58DBBC-8144-4FD4-A2D3-FF08A84B2CB1}" srcOrd="0" destOrd="0" parTransId="{BED6A738-58A0-443C-ADB3-25C3D3F0291F}" sibTransId="{D7A66264-CDEB-42E7-ADC1-119F01E15C66}"/>
    <dgm:cxn modelId="{EEA4A0B5-9832-4CF2-A5D9-B47E5816ADE0}" srcId="{36B3B9B5-C42C-4857-BC20-C48DDD79E54C}" destId="{6C8F0F9E-7AC9-4837-97BD-65B41403E119}" srcOrd="1" destOrd="0" parTransId="{74187973-3B82-4DFB-8364-82C2A00601D8}" sibTransId="{416F5403-D225-4EAB-AB5D-5810E1A62C98}"/>
    <dgm:cxn modelId="{3D836BCE-0FCC-9C41-85EA-B1B591EDFE63}" type="presOf" srcId="{737D2299-DA3C-4BCC-8AF8-667EB603BF50}" destId="{EA2DF37A-24F1-1E4B-B02A-9F6C0F197583}" srcOrd="0" destOrd="0" presId="urn:microsoft.com/office/officeart/2005/8/layout/hList1"/>
    <dgm:cxn modelId="{5AFCCAD6-F528-0040-82FB-3E93509BCE22}" type="presOf" srcId="{36B3B9B5-C42C-4857-BC20-C48DDD79E54C}" destId="{D3DB90A2-062D-EE43-B322-C572DBB2ABAA}" srcOrd="0" destOrd="0" presId="urn:microsoft.com/office/officeart/2005/8/layout/hList1"/>
    <dgm:cxn modelId="{A93EEEE8-EBF6-454F-A5C5-9FB9953A7D2E}" type="presOf" srcId="{BCB93E4A-5C28-4F51-871B-501E8138EC5F}" destId="{B8EBD29D-D0B1-E244-970E-B39047B6A802}" srcOrd="0" destOrd="0" presId="urn:microsoft.com/office/officeart/2005/8/layout/hList1"/>
    <dgm:cxn modelId="{577822EF-74D3-524A-B73E-E3D23FE1591F}" type="presOf" srcId="{289DC9AF-23F5-4485-8310-C2C6A4BA8B86}" destId="{1635AA51-245C-4948-B4CC-266F8CB2C96C}" srcOrd="0" destOrd="2" presId="urn:microsoft.com/office/officeart/2005/8/layout/hList1"/>
    <dgm:cxn modelId="{1BF4E1FA-B21C-4837-AA6D-F5CBBEE41C9E}" srcId="{6C8F0F9E-7AC9-4837-97BD-65B41403E119}" destId="{9B8C1E33-644E-42AC-AE39-68FDC5660309}" srcOrd="3" destOrd="0" parTransId="{46CCCC7F-D360-4AAB-AF1C-DD03F4669B4B}" sibTransId="{7C4594F4-A080-4A88-85AA-7DB3EE7891B7}"/>
    <dgm:cxn modelId="{0D1896FD-187E-4260-BF3C-170C495BBC79}" srcId="{36B3B9B5-C42C-4857-BC20-C48DDD79E54C}" destId="{0123685C-BB05-4A6F-AE9E-92EFECD69DF2}" srcOrd="0" destOrd="0" parTransId="{6FD1B0A4-32D0-4C2C-A2E1-9E00B3D00F43}" sibTransId="{CA03C083-12D0-4BD9-9D0A-965AF96A2246}"/>
    <dgm:cxn modelId="{F7582985-98AF-8C44-8359-5EEECB8CB7B6}" type="presParOf" srcId="{3F81C988-E4B2-0F46-B3AA-58A4110F1036}" destId="{DBA7357F-A057-8941-8C36-11EDAAE57F12}" srcOrd="0" destOrd="0" presId="urn:microsoft.com/office/officeart/2005/8/layout/hList1"/>
    <dgm:cxn modelId="{8363B7AA-DB87-714D-8663-CDF16BA66BF6}" type="presParOf" srcId="{DBA7357F-A057-8941-8C36-11EDAAE57F12}" destId="{D3DB90A2-062D-EE43-B322-C572DBB2ABAA}" srcOrd="0" destOrd="0" presId="urn:microsoft.com/office/officeart/2005/8/layout/hList1"/>
    <dgm:cxn modelId="{DB885E4A-955A-E04C-83C1-8AB9EEBDA1F0}" type="presParOf" srcId="{DBA7357F-A057-8941-8C36-11EDAAE57F12}" destId="{1635AA51-245C-4948-B4CC-266F8CB2C96C}" srcOrd="1" destOrd="0" presId="urn:microsoft.com/office/officeart/2005/8/layout/hList1"/>
    <dgm:cxn modelId="{ADF36D41-F9BA-B346-9CC8-1F4BEDDC850F}" type="presParOf" srcId="{3F81C988-E4B2-0F46-B3AA-58A4110F1036}" destId="{10877587-1A44-FF40-9215-3BB3E60B9A01}" srcOrd="1" destOrd="0" presId="urn:microsoft.com/office/officeart/2005/8/layout/hList1"/>
    <dgm:cxn modelId="{D5824A72-50D2-C84E-8151-C8BDC13E873F}" type="presParOf" srcId="{3F81C988-E4B2-0F46-B3AA-58A4110F1036}" destId="{DD5D3FD9-B4FF-744D-AB30-5D751FF11D50}" srcOrd="2" destOrd="0" presId="urn:microsoft.com/office/officeart/2005/8/layout/hList1"/>
    <dgm:cxn modelId="{CBCCEA82-5197-9349-8C69-BCD4D3893017}" type="presParOf" srcId="{DD5D3FD9-B4FF-744D-AB30-5D751FF11D50}" destId="{B8EBD29D-D0B1-E244-970E-B39047B6A802}" srcOrd="0" destOrd="0" presId="urn:microsoft.com/office/officeart/2005/8/layout/hList1"/>
    <dgm:cxn modelId="{C3C652C8-2434-0C46-95C1-624BD46EF69A}" type="presParOf" srcId="{DD5D3FD9-B4FF-744D-AB30-5D751FF11D50}" destId="{EA2DF37A-24F1-1E4B-B02A-9F6C0F19758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C14A5B6-AB6A-44A5-B906-CEC078C61426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3DE138C-9B3C-443B-99DD-1ADCD62E0171}">
      <dgm:prSet/>
      <dgm:spPr/>
      <dgm:t>
        <a:bodyPr/>
        <a:lstStyle/>
        <a:p>
          <a:r>
            <a:rPr lang="en-US"/>
            <a:t>Erosive esophagitis</a:t>
          </a:r>
        </a:p>
      </dgm:t>
    </dgm:pt>
    <dgm:pt modelId="{E9EFE152-B116-4F52-AB9B-C534E84A00FE}" type="parTrans" cxnId="{884E9694-38CA-4D9C-8CAE-1BC3C6E09FF5}">
      <dgm:prSet/>
      <dgm:spPr/>
      <dgm:t>
        <a:bodyPr/>
        <a:lstStyle/>
        <a:p>
          <a:endParaRPr lang="en-US"/>
        </a:p>
      </dgm:t>
    </dgm:pt>
    <dgm:pt modelId="{6B054C0D-3C2C-4ACA-B08B-944FCCC85A09}" type="sibTrans" cxnId="{884E9694-38CA-4D9C-8CAE-1BC3C6E09FF5}">
      <dgm:prSet/>
      <dgm:spPr/>
      <dgm:t>
        <a:bodyPr/>
        <a:lstStyle/>
        <a:p>
          <a:endParaRPr lang="en-US"/>
        </a:p>
      </dgm:t>
    </dgm:pt>
    <dgm:pt modelId="{5D4C89B0-772D-47A4-B168-0B2A69119C69}">
      <dgm:prSet/>
      <dgm:spPr/>
      <dgm:t>
        <a:bodyPr/>
        <a:lstStyle/>
        <a:p>
          <a:r>
            <a:rPr lang="en-US"/>
            <a:t>Ulceration</a:t>
          </a:r>
        </a:p>
      </dgm:t>
    </dgm:pt>
    <dgm:pt modelId="{C759D6C7-9048-4472-A597-C9729D8452ED}" type="parTrans" cxnId="{BB8583FC-4762-43C9-B25A-E7145D3E5FDD}">
      <dgm:prSet/>
      <dgm:spPr/>
      <dgm:t>
        <a:bodyPr/>
        <a:lstStyle/>
        <a:p>
          <a:endParaRPr lang="en-US"/>
        </a:p>
      </dgm:t>
    </dgm:pt>
    <dgm:pt modelId="{B4B9C7C6-2599-46A9-98EF-F02580AD2A7A}" type="sibTrans" cxnId="{BB8583FC-4762-43C9-B25A-E7145D3E5FDD}">
      <dgm:prSet/>
      <dgm:spPr/>
      <dgm:t>
        <a:bodyPr/>
        <a:lstStyle/>
        <a:p>
          <a:endParaRPr lang="en-US"/>
        </a:p>
      </dgm:t>
    </dgm:pt>
    <dgm:pt modelId="{ED5699FE-C6BD-4890-B9D5-8887CE40EBCF}">
      <dgm:prSet/>
      <dgm:spPr/>
      <dgm:t>
        <a:bodyPr/>
        <a:lstStyle/>
        <a:p>
          <a:r>
            <a:rPr lang="en-US"/>
            <a:t>Peptic stricture</a:t>
          </a:r>
        </a:p>
      </dgm:t>
    </dgm:pt>
    <dgm:pt modelId="{800CA484-97E7-4E61-B8A0-FF2BDFDDB455}" type="parTrans" cxnId="{23445F79-6EFB-41B7-AF04-BB40E7D9C99D}">
      <dgm:prSet/>
      <dgm:spPr/>
      <dgm:t>
        <a:bodyPr/>
        <a:lstStyle/>
        <a:p>
          <a:endParaRPr lang="en-US"/>
        </a:p>
      </dgm:t>
    </dgm:pt>
    <dgm:pt modelId="{277565B0-19B1-4324-8C57-282802691AEE}" type="sibTrans" cxnId="{23445F79-6EFB-41B7-AF04-BB40E7D9C99D}">
      <dgm:prSet/>
      <dgm:spPr/>
      <dgm:t>
        <a:bodyPr/>
        <a:lstStyle/>
        <a:p>
          <a:endParaRPr lang="en-US"/>
        </a:p>
      </dgm:t>
    </dgm:pt>
    <dgm:pt modelId="{D362755E-1F48-4A2B-ABC2-5AD4E296AEF0}">
      <dgm:prSet/>
      <dgm:spPr/>
      <dgm:t>
        <a:bodyPr/>
        <a:lstStyle/>
        <a:p>
          <a:r>
            <a:rPr lang="en-US"/>
            <a:t>Barrett’s esophagus</a:t>
          </a:r>
        </a:p>
      </dgm:t>
    </dgm:pt>
    <dgm:pt modelId="{874902C9-7205-47E2-A954-0AC1BA3E152A}" type="parTrans" cxnId="{17F4EE55-C1E9-477A-947B-AEAD6DAF0172}">
      <dgm:prSet/>
      <dgm:spPr/>
      <dgm:t>
        <a:bodyPr/>
        <a:lstStyle/>
        <a:p>
          <a:endParaRPr lang="en-US"/>
        </a:p>
      </dgm:t>
    </dgm:pt>
    <dgm:pt modelId="{C04F041D-F946-470A-BF3A-D8B80E1170C3}" type="sibTrans" cxnId="{17F4EE55-C1E9-477A-947B-AEAD6DAF0172}">
      <dgm:prSet/>
      <dgm:spPr/>
      <dgm:t>
        <a:bodyPr/>
        <a:lstStyle/>
        <a:p>
          <a:endParaRPr lang="en-US"/>
        </a:p>
      </dgm:t>
    </dgm:pt>
    <dgm:pt modelId="{CC73960C-1F37-426F-BBEE-C05761244227}">
      <dgm:prSet/>
      <dgm:spPr/>
      <dgm:t>
        <a:bodyPr/>
        <a:lstStyle/>
        <a:p>
          <a:r>
            <a:rPr lang="en-US"/>
            <a:t>Esophageal adenocarcinoma</a:t>
          </a:r>
        </a:p>
      </dgm:t>
    </dgm:pt>
    <dgm:pt modelId="{0D10DDFB-FFD5-40EA-AFBD-4520AFE80692}" type="parTrans" cxnId="{DCF19108-DD34-4F76-9F7E-4D02208B022D}">
      <dgm:prSet/>
      <dgm:spPr/>
      <dgm:t>
        <a:bodyPr/>
        <a:lstStyle/>
        <a:p>
          <a:endParaRPr lang="en-US"/>
        </a:p>
      </dgm:t>
    </dgm:pt>
    <dgm:pt modelId="{96C54184-A9B0-4CA1-9E7C-22E74863DB50}" type="sibTrans" cxnId="{DCF19108-DD34-4F76-9F7E-4D02208B022D}">
      <dgm:prSet/>
      <dgm:spPr/>
      <dgm:t>
        <a:bodyPr/>
        <a:lstStyle/>
        <a:p>
          <a:endParaRPr lang="en-US"/>
        </a:p>
      </dgm:t>
    </dgm:pt>
    <dgm:pt modelId="{B3A70B56-2A7F-5342-BDF7-8E88C617D9B0}" type="pres">
      <dgm:prSet presAssocID="{CC14A5B6-AB6A-44A5-B906-CEC078C61426}" presName="linear" presStyleCnt="0">
        <dgm:presLayoutVars>
          <dgm:dir/>
          <dgm:animLvl val="lvl"/>
          <dgm:resizeHandles val="exact"/>
        </dgm:presLayoutVars>
      </dgm:prSet>
      <dgm:spPr/>
    </dgm:pt>
    <dgm:pt modelId="{443369AE-2B03-DE4D-BB92-37D06A61C98F}" type="pres">
      <dgm:prSet presAssocID="{63DE138C-9B3C-443B-99DD-1ADCD62E0171}" presName="parentLin" presStyleCnt="0"/>
      <dgm:spPr/>
    </dgm:pt>
    <dgm:pt modelId="{5E4F9A88-3E3D-C04C-8297-8FA384A29730}" type="pres">
      <dgm:prSet presAssocID="{63DE138C-9B3C-443B-99DD-1ADCD62E0171}" presName="parentLeftMargin" presStyleLbl="node1" presStyleIdx="0" presStyleCnt="5"/>
      <dgm:spPr/>
    </dgm:pt>
    <dgm:pt modelId="{F84C950C-7343-F546-BC5B-F14F1A71A4A3}" type="pres">
      <dgm:prSet presAssocID="{63DE138C-9B3C-443B-99DD-1ADCD62E017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43DDBF8-5383-2B48-A8FE-CB53CAF8F06F}" type="pres">
      <dgm:prSet presAssocID="{63DE138C-9B3C-443B-99DD-1ADCD62E0171}" presName="negativeSpace" presStyleCnt="0"/>
      <dgm:spPr/>
    </dgm:pt>
    <dgm:pt modelId="{EE9E9400-70F7-6E4F-9801-29B48831EFDA}" type="pres">
      <dgm:prSet presAssocID="{63DE138C-9B3C-443B-99DD-1ADCD62E0171}" presName="childText" presStyleLbl="conFgAcc1" presStyleIdx="0" presStyleCnt="5">
        <dgm:presLayoutVars>
          <dgm:bulletEnabled val="1"/>
        </dgm:presLayoutVars>
      </dgm:prSet>
      <dgm:spPr/>
    </dgm:pt>
    <dgm:pt modelId="{03621F35-D031-5948-A0F4-D473F9B4A190}" type="pres">
      <dgm:prSet presAssocID="{6B054C0D-3C2C-4ACA-B08B-944FCCC85A09}" presName="spaceBetweenRectangles" presStyleCnt="0"/>
      <dgm:spPr/>
    </dgm:pt>
    <dgm:pt modelId="{9B84099C-9CE9-D04B-BCC6-9AAC4D49FC57}" type="pres">
      <dgm:prSet presAssocID="{5D4C89B0-772D-47A4-B168-0B2A69119C69}" presName="parentLin" presStyleCnt="0"/>
      <dgm:spPr/>
    </dgm:pt>
    <dgm:pt modelId="{092FD218-CD94-C841-A739-0DA2FA33BA94}" type="pres">
      <dgm:prSet presAssocID="{5D4C89B0-772D-47A4-B168-0B2A69119C69}" presName="parentLeftMargin" presStyleLbl="node1" presStyleIdx="0" presStyleCnt="5"/>
      <dgm:spPr/>
    </dgm:pt>
    <dgm:pt modelId="{E8D719D8-250B-0F4C-88A9-38555141BC8A}" type="pres">
      <dgm:prSet presAssocID="{5D4C89B0-772D-47A4-B168-0B2A69119C6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160F480-432A-6E43-8E9E-B383A8D5B7CF}" type="pres">
      <dgm:prSet presAssocID="{5D4C89B0-772D-47A4-B168-0B2A69119C69}" presName="negativeSpace" presStyleCnt="0"/>
      <dgm:spPr/>
    </dgm:pt>
    <dgm:pt modelId="{0C5F5D75-53F5-4E45-83F8-FCA70A3C8949}" type="pres">
      <dgm:prSet presAssocID="{5D4C89B0-772D-47A4-B168-0B2A69119C69}" presName="childText" presStyleLbl="conFgAcc1" presStyleIdx="1" presStyleCnt="5">
        <dgm:presLayoutVars>
          <dgm:bulletEnabled val="1"/>
        </dgm:presLayoutVars>
      </dgm:prSet>
      <dgm:spPr/>
    </dgm:pt>
    <dgm:pt modelId="{F831E8B8-CB34-954D-AC32-FF1FDFB5C7B4}" type="pres">
      <dgm:prSet presAssocID="{B4B9C7C6-2599-46A9-98EF-F02580AD2A7A}" presName="spaceBetweenRectangles" presStyleCnt="0"/>
      <dgm:spPr/>
    </dgm:pt>
    <dgm:pt modelId="{D9CA936F-335D-7A47-804F-F3C23BBF3A07}" type="pres">
      <dgm:prSet presAssocID="{ED5699FE-C6BD-4890-B9D5-8887CE40EBCF}" presName="parentLin" presStyleCnt="0"/>
      <dgm:spPr/>
    </dgm:pt>
    <dgm:pt modelId="{644721CF-A84A-6B45-A5CF-ABBD24C203C3}" type="pres">
      <dgm:prSet presAssocID="{ED5699FE-C6BD-4890-B9D5-8887CE40EBCF}" presName="parentLeftMargin" presStyleLbl="node1" presStyleIdx="1" presStyleCnt="5"/>
      <dgm:spPr/>
    </dgm:pt>
    <dgm:pt modelId="{B67A2E58-CA7D-E74B-9C07-10663CE9F7CE}" type="pres">
      <dgm:prSet presAssocID="{ED5699FE-C6BD-4890-B9D5-8887CE40EBC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728024C-9FEF-FF42-B485-E94AF8BE73D6}" type="pres">
      <dgm:prSet presAssocID="{ED5699FE-C6BD-4890-B9D5-8887CE40EBCF}" presName="negativeSpace" presStyleCnt="0"/>
      <dgm:spPr/>
    </dgm:pt>
    <dgm:pt modelId="{6B03333D-1432-DA40-BB62-FC2A70CB3D47}" type="pres">
      <dgm:prSet presAssocID="{ED5699FE-C6BD-4890-B9D5-8887CE40EBCF}" presName="childText" presStyleLbl="conFgAcc1" presStyleIdx="2" presStyleCnt="5">
        <dgm:presLayoutVars>
          <dgm:bulletEnabled val="1"/>
        </dgm:presLayoutVars>
      </dgm:prSet>
      <dgm:spPr/>
    </dgm:pt>
    <dgm:pt modelId="{B203C631-7CDC-D141-8A99-ABF43A447347}" type="pres">
      <dgm:prSet presAssocID="{277565B0-19B1-4324-8C57-282802691AEE}" presName="spaceBetweenRectangles" presStyleCnt="0"/>
      <dgm:spPr/>
    </dgm:pt>
    <dgm:pt modelId="{6760A400-2C09-8448-B34B-5EC6CF5126A9}" type="pres">
      <dgm:prSet presAssocID="{D362755E-1F48-4A2B-ABC2-5AD4E296AEF0}" presName="parentLin" presStyleCnt="0"/>
      <dgm:spPr/>
    </dgm:pt>
    <dgm:pt modelId="{DDD4DE80-C518-3F40-B84E-C575B33BE7FB}" type="pres">
      <dgm:prSet presAssocID="{D362755E-1F48-4A2B-ABC2-5AD4E296AEF0}" presName="parentLeftMargin" presStyleLbl="node1" presStyleIdx="2" presStyleCnt="5"/>
      <dgm:spPr/>
    </dgm:pt>
    <dgm:pt modelId="{69ABB50D-1770-9D43-B210-49C3D2DBF652}" type="pres">
      <dgm:prSet presAssocID="{D362755E-1F48-4A2B-ABC2-5AD4E296AEF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089C9FD-6816-BF40-BA24-94CF87298637}" type="pres">
      <dgm:prSet presAssocID="{D362755E-1F48-4A2B-ABC2-5AD4E296AEF0}" presName="negativeSpace" presStyleCnt="0"/>
      <dgm:spPr/>
    </dgm:pt>
    <dgm:pt modelId="{66CBAB99-737D-C448-9F4C-E265A35D4F5E}" type="pres">
      <dgm:prSet presAssocID="{D362755E-1F48-4A2B-ABC2-5AD4E296AEF0}" presName="childText" presStyleLbl="conFgAcc1" presStyleIdx="3" presStyleCnt="5">
        <dgm:presLayoutVars>
          <dgm:bulletEnabled val="1"/>
        </dgm:presLayoutVars>
      </dgm:prSet>
      <dgm:spPr/>
    </dgm:pt>
    <dgm:pt modelId="{71114853-1C29-9A47-A770-BA90FB982AD1}" type="pres">
      <dgm:prSet presAssocID="{C04F041D-F946-470A-BF3A-D8B80E1170C3}" presName="spaceBetweenRectangles" presStyleCnt="0"/>
      <dgm:spPr/>
    </dgm:pt>
    <dgm:pt modelId="{7EB47070-4D15-8944-AC0E-3247D8C653AE}" type="pres">
      <dgm:prSet presAssocID="{CC73960C-1F37-426F-BBEE-C05761244227}" presName="parentLin" presStyleCnt="0"/>
      <dgm:spPr/>
    </dgm:pt>
    <dgm:pt modelId="{9A3D452C-9F54-E24D-9ED3-454D70E65997}" type="pres">
      <dgm:prSet presAssocID="{CC73960C-1F37-426F-BBEE-C05761244227}" presName="parentLeftMargin" presStyleLbl="node1" presStyleIdx="3" presStyleCnt="5"/>
      <dgm:spPr/>
    </dgm:pt>
    <dgm:pt modelId="{07BFA874-405C-7B40-80FF-4DB53DC57EC9}" type="pres">
      <dgm:prSet presAssocID="{CC73960C-1F37-426F-BBEE-C05761244227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3DA0F71A-A83A-EC46-A452-2E40A90CA3FE}" type="pres">
      <dgm:prSet presAssocID="{CC73960C-1F37-426F-BBEE-C05761244227}" presName="negativeSpace" presStyleCnt="0"/>
      <dgm:spPr/>
    </dgm:pt>
    <dgm:pt modelId="{5213C97C-8527-1946-812D-5232F2073F5A}" type="pres">
      <dgm:prSet presAssocID="{CC73960C-1F37-426F-BBEE-C05761244227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D40E7103-F3E2-724B-A6E2-08E6AE47A934}" type="presOf" srcId="{D362755E-1F48-4A2B-ABC2-5AD4E296AEF0}" destId="{DDD4DE80-C518-3F40-B84E-C575B33BE7FB}" srcOrd="0" destOrd="0" presId="urn:microsoft.com/office/officeart/2005/8/layout/list1"/>
    <dgm:cxn modelId="{DCF19108-DD34-4F76-9F7E-4D02208B022D}" srcId="{CC14A5B6-AB6A-44A5-B906-CEC078C61426}" destId="{CC73960C-1F37-426F-BBEE-C05761244227}" srcOrd="4" destOrd="0" parTransId="{0D10DDFB-FFD5-40EA-AFBD-4520AFE80692}" sibTransId="{96C54184-A9B0-4CA1-9E7C-22E74863DB50}"/>
    <dgm:cxn modelId="{D9CA7E20-B7D5-5144-A9F1-8B9FF5C54E12}" type="presOf" srcId="{CC73960C-1F37-426F-BBEE-C05761244227}" destId="{9A3D452C-9F54-E24D-9ED3-454D70E65997}" srcOrd="0" destOrd="0" presId="urn:microsoft.com/office/officeart/2005/8/layout/list1"/>
    <dgm:cxn modelId="{33F4302A-C3C8-4544-B302-A6D8E1521F51}" type="presOf" srcId="{ED5699FE-C6BD-4890-B9D5-8887CE40EBCF}" destId="{B67A2E58-CA7D-E74B-9C07-10663CE9F7CE}" srcOrd="1" destOrd="0" presId="urn:microsoft.com/office/officeart/2005/8/layout/list1"/>
    <dgm:cxn modelId="{CEBAAB32-3DCC-6D48-8E6D-279A694126AE}" type="presOf" srcId="{CC73960C-1F37-426F-BBEE-C05761244227}" destId="{07BFA874-405C-7B40-80FF-4DB53DC57EC9}" srcOrd="1" destOrd="0" presId="urn:microsoft.com/office/officeart/2005/8/layout/list1"/>
    <dgm:cxn modelId="{401F7933-9803-9B44-9B14-F30CF699EEDA}" type="presOf" srcId="{D362755E-1F48-4A2B-ABC2-5AD4E296AEF0}" destId="{69ABB50D-1770-9D43-B210-49C3D2DBF652}" srcOrd="1" destOrd="0" presId="urn:microsoft.com/office/officeart/2005/8/layout/list1"/>
    <dgm:cxn modelId="{E19B9053-288A-E943-A06E-03FA3FD11481}" type="presOf" srcId="{CC14A5B6-AB6A-44A5-B906-CEC078C61426}" destId="{B3A70B56-2A7F-5342-BDF7-8E88C617D9B0}" srcOrd="0" destOrd="0" presId="urn:microsoft.com/office/officeart/2005/8/layout/list1"/>
    <dgm:cxn modelId="{17F4EE55-C1E9-477A-947B-AEAD6DAF0172}" srcId="{CC14A5B6-AB6A-44A5-B906-CEC078C61426}" destId="{D362755E-1F48-4A2B-ABC2-5AD4E296AEF0}" srcOrd="3" destOrd="0" parTransId="{874902C9-7205-47E2-A954-0AC1BA3E152A}" sibTransId="{C04F041D-F946-470A-BF3A-D8B80E1170C3}"/>
    <dgm:cxn modelId="{23445F79-6EFB-41B7-AF04-BB40E7D9C99D}" srcId="{CC14A5B6-AB6A-44A5-B906-CEC078C61426}" destId="{ED5699FE-C6BD-4890-B9D5-8887CE40EBCF}" srcOrd="2" destOrd="0" parTransId="{800CA484-97E7-4E61-B8A0-FF2BDFDDB455}" sibTransId="{277565B0-19B1-4324-8C57-282802691AEE}"/>
    <dgm:cxn modelId="{884E9694-38CA-4D9C-8CAE-1BC3C6E09FF5}" srcId="{CC14A5B6-AB6A-44A5-B906-CEC078C61426}" destId="{63DE138C-9B3C-443B-99DD-1ADCD62E0171}" srcOrd="0" destOrd="0" parTransId="{E9EFE152-B116-4F52-AB9B-C534E84A00FE}" sibTransId="{6B054C0D-3C2C-4ACA-B08B-944FCCC85A09}"/>
    <dgm:cxn modelId="{D6C538A0-0164-F441-8AF9-ED981FBBE051}" type="presOf" srcId="{63DE138C-9B3C-443B-99DD-1ADCD62E0171}" destId="{5E4F9A88-3E3D-C04C-8297-8FA384A29730}" srcOrd="0" destOrd="0" presId="urn:microsoft.com/office/officeart/2005/8/layout/list1"/>
    <dgm:cxn modelId="{A0280BA7-4DEF-F249-8840-738A41C777E7}" type="presOf" srcId="{63DE138C-9B3C-443B-99DD-1ADCD62E0171}" destId="{F84C950C-7343-F546-BC5B-F14F1A71A4A3}" srcOrd="1" destOrd="0" presId="urn:microsoft.com/office/officeart/2005/8/layout/list1"/>
    <dgm:cxn modelId="{FC5E45B5-EE51-3542-BAEB-B752CE6DBE87}" type="presOf" srcId="{5D4C89B0-772D-47A4-B168-0B2A69119C69}" destId="{092FD218-CD94-C841-A739-0DA2FA33BA94}" srcOrd="0" destOrd="0" presId="urn:microsoft.com/office/officeart/2005/8/layout/list1"/>
    <dgm:cxn modelId="{54C502D0-4C7A-1543-BF26-B45B6D02CC18}" type="presOf" srcId="{ED5699FE-C6BD-4890-B9D5-8887CE40EBCF}" destId="{644721CF-A84A-6B45-A5CF-ABBD24C203C3}" srcOrd="0" destOrd="0" presId="urn:microsoft.com/office/officeart/2005/8/layout/list1"/>
    <dgm:cxn modelId="{B29464E7-BEEE-6A47-A654-E254C3B8B964}" type="presOf" srcId="{5D4C89B0-772D-47A4-B168-0B2A69119C69}" destId="{E8D719D8-250B-0F4C-88A9-38555141BC8A}" srcOrd="1" destOrd="0" presId="urn:microsoft.com/office/officeart/2005/8/layout/list1"/>
    <dgm:cxn modelId="{BB8583FC-4762-43C9-B25A-E7145D3E5FDD}" srcId="{CC14A5B6-AB6A-44A5-B906-CEC078C61426}" destId="{5D4C89B0-772D-47A4-B168-0B2A69119C69}" srcOrd="1" destOrd="0" parTransId="{C759D6C7-9048-4472-A597-C9729D8452ED}" sibTransId="{B4B9C7C6-2599-46A9-98EF-F02580AD2A7A}"/>
    <dgm:cxn modelId="{445BA566-DF21-DF47-BE46-D252F365D441}" type="presParOf" srcId="{B3A70B56-2A7F-5342-BDF7-8E88C617D9B0}" destId="{443369AE-2B03-DE4D-BB92-37D06A61C98F}" srcOrd="0" destOrd="0" presId="urn:microsoft.com/office/officeart/2005/8/layout/list1"/>
    <dgm:cxn modelId="{4D4F7496-5B39-AA4F-A876-AAC40F7C1158}" type="presParOf" srcId="{443369AE-2B03-DE4D-BB92-37D06A61C98F}" destId="{5E4F9A88-3E3D-C04C-8297-8FA384A29730}" srcOrd="0" destOrd="0" presId="urn:microsoft.com/office/officeart/2005/8/layout/list1"/>
    <dgm:cxn modelId="{39DA7E2A-2603-7D4B-A79D-6CA0B6FB5E7E}" type="presParOf" srcId="{443369AE-2B03-DE4D-BB92-37D06A61C98F}" destId="{F84C950C-7343-F546-BC5B-F14F1A71A4A3}" srcOrd="1" destOrd="0" presId="urn:microsoft.com/office/officeart/2005/8/layout/list1"/>
    <dgm:cxn modelId="{B413D46B-555F-4F44-84AA-F8D09F22724D}" type="presParOf" srcId="{B3A70B56-2A7F-5342-BDF7-8E88C617D9B0}" destId="{943DDBF8-5383-2B48-A8FE-CB53CAF8F06F}" srcOrd="1" destOrd="0" presId="urn:microsoft.com/office/officeart/2005/8/layout/list1"/>
    <dgm:cxn modelId="{70ADAD9C-920F-6D40-9C01-54FBF33ABC78}" type="presParOf" srcId="{B3A70B56-2A7F-5342-BDF7-8E88C617D9B0}" destId="{EE9E9400-70F7-6E4F-9801-29B48831EFDA}" srcOrd="2" destOrd="0" presId="urn:microsoft.com/office/officeart/2005/8/layout/list1"/>
    <dgm:cxn modelId="{791B54AF-B61C-EF4F-9CEF-A1F901D1B7F3}" type="presParOf" srcId="{B3A70B56-2A7F-5342-BDF7-8E88C617D9B0}" destId="{03621F35-D031-5948-A0F4-D473F9B4A190}" srcOrd="3" destOrd="0" presId="urn:microsoft.com/office/officeart/2005/8/layout/list1"/>
    <dgm:cxn modelId="{90F88F61-B207-7E46-81FB-85A255BDC24E}" type="presParOf" srcId="{B3A70B56-2A7F-5342-BDF7-8E88C617D9B0}" destId="{9B84099C-9CE9-D04B-BCC6-9AAC4D49FC57}" srcOrd="4" destOrd="0" presId="urn:microsoft.com/office/officeart/2005/8/layout/list1"/>
    <dgm:cxn modelId="{3281C66B-1C7D-AA40-9D92-5EEA7B8571EA}" type="presParOf" srcId="{9B84099C-9CE9-D04B-BCC6-9AAC4D49FC57}" destId="{092FD218-CD94-C841-A739-0DA2FA33BA94}" srcOrd="0" destOrd="0" presId="urn:microsoft.com/office/officeart/2005/8/layout/list1"/>
    <dgm:cxn modelId="{5CEF1495-F592-834E-8AFD-08A2DCC3A9E6}" type="presParOf" srcId="{9B84099C-9CE9-D04B-BCC6-9AAC4D49FC57}" destId="{E8D719D8-250B-0F4C-88A9-38555141BC8A}" srcOrd="1" destOrd="0" presId="urn:microsoft.com/office/officeart/2005/8/layout/list1"/>
    <dgm:cxn modelId="{026D355C-0D98-4B4A-9332-EEFCD8C07A0F}" type="presParOf" srcId="{B3A70B56-2A7F-5342-BDF7-8E88C617D9B0}" destId="{6160F480-432A-6E43-8E9E-B383A8D5B7CF}" srcOrd="5" destOrd="0" presId="urn:microsoft.com/office/officeart/2005/8/layout/list1"/>
    <dgm:cxn modelId="{1A774B7A-84B9-0A4B-9510-29AF2AC24E0C}" type="presParOf" srcId="{B3A70B56-2A7F-5342-BDF7-8E88C617D9B0}" destId="{0C5F5D75-53F5-4E45-83F8-FCA70A3C8949}" srcOrd="6" destOrd="0" presId="urn:microsoft.com/office/officeart/2005/8/layout/list1"/>
    <dgm:cxn modelId="{E37F8268-A799-344C-9FD3-E73FDD4F0CA3}" type="presParOf" srcId="{B3A70B56-2A7F-5342-BDF7-8E88C617D9B0}" destId="{F831E8B8-CB34-954D-AC32-FF1FDFB5C7B4}" srcOrd="7" destOrd="0" presId="urn:microsoft.com/office/officeart/2005/8/layout/list1"/>
    <dgm:cxn modelId="{AAEF0395-C126-DB42-8FF5-3197C0ED5B35}" type="presParOf" srcId="{B3A70B56-2A7F-5342-BDF7-8E88C617D9B0}" destId="{D9CA936F-335D-7A47-804F-F3C23BBF3A07}" srcOrd="8" destOrd="0" presId="urn:microsoft.com/office/officeart/2005/8/layout/list1"/>
    <dgm:cxn modelId="{CC9753DB-8BB7-6D47-A376-9BCC8B708B9B}" type="presParOf" srcId="{D9CA936F-335D-7A47-804F-F3C23BBF3A07}" destId="{644721CF-A84A-6B45-A5CF-ABBD24C203C3}" srcOrd="0" destOrd="0" presId="urn:microsoft.com/office/officeart/2005/8/layout/list1"/>
    <dgm:cxn modelId="{FA3CCF43-478C-9341-AA8A-4F5C69A9D97C}" type="presParOf" srcId="{D9CA936F-335D-7A47-804F-F3C23BBF3A07}" destId="{B67A2E58-CA7D-E74B-9C07-10663CE9F7CE}" srcOrd="1" destOrd="0" presId="urn:microsoft.com/office/officeart/2005/8/layout/list1"/>
    <dgm:cxn modelId="{C0AE47CE-E7FA-5041-B2AF-6DF3D17F4BB9}" type="presParOf" srcId="{B3A70B56-2A7F-5342-BDF7-8E88C617D9B0}" destId="{4728024C-9FEF-FF42-B485-E94AF8BE73D6}" srcOrd="9" destOrd="0" presId="urn:microsoft.com/office/officeart/2005/8/layout/list1"/>
    <dgm:cxn modelId="{4BA5775A-304E-1841-B386-D12103F9CF31}" type="presParOf" srcId="{B3A70B56-2A7F-5342-BDF7-8E88C617D9B0}" destId="{6B03333D-1432-DA40-BB62-FC2A70CB3D47}" srcOrd="10" destOrd="0" presId="urn:microsoft.com/office/officeart/2005/8/layout/list1"/>
    <dgm:cxn modelId="{36C06FD3-0D95-E345-B396-36D1CF6B010D}" type="presParOf" srcId="{B3A70B56-2A7F-5342-BDF7-8E88C617D9B0}" destId="{B203C631-7CDC-D141-8A99-ABF43A447347}" srcOrd="11" destOrd="0" presId="urn:microsoft.com/office/officeart/2005/8/layout/list1"/>
    <dgm:cxn modelId="{8BDE0378-E229-0C4B-AFE4-9FDC417DC92E}" type="presParOf" srcId="{B3A70B56-2A7F-5342-BDF7-8E88C617D9B0}" destId="{6760A400-2C09-8448-B34B-5EC6CF5126A9}" srcOrd="12" destOrd="0" presId="urn:microsoft.com/office/officeart/2005/8/layout/list1"/>
    <dgm:cxn modelId="{08B0E77F-BD28-1A49-A775-06EE189DD6DE}" type="presParOf" srcId="{6760A400-2C09-8448-B34B-5EC6CF5126A9}" destId="{DDD4DE80-C518-3F40-B84E-C575B33BE7FB}" srcOrd="0" destOrd="0" presId="urn:microsoft.com/office/officeart/2005/8/layout/list1"/>
    <dgm:cxn modelId="{9B857754-860B-334E-814B-C623C3F02FED}" type="presParOf" srcId="{6760A400-2C09-8448-B34B-5EC6CF5126A9}" destId="{69ABB50D-1770-9D43-B210-49C3D2DBF652}" srcOrd="1" destOrd="0" presId="urn:microsoft.com/office/officeart/2005/8/layout/list1"/>
    <dgm:cxn modelId="{FF1E5EE3-324D-984C-A8CB-56BE53ABB24C}" type="presParOf" srcId="{B3A70B56-2A7F-5342-BDF7-8E88C617D9B0}" destId="{A089C9FD-6816-BF40-BA24-94CF87298637}" srcOrd="13" destOrd="0" presId="urn:microsoft.com/office/officeart/2005/8/layout/list1"/>
    <dgm:cxn modelId="{46D45BFE-EB80-8A43-A88A-817EEEF903EF}" type="presParOf" srcId="{B3A70B56-2A7F-5342-BDF7-8E88C617D9B0}" destId="{66CBAB99-737D-C448-9F4C-E265A35D4F5E}" srcOrd="14" destOrd="0" presId="urn:microsoft.com/office/officeart/2005/8/layout/list1"/>
    <dgm:cxn modelId="{3646CAAA-F24E-F143-BD8C-6810E1B954B4}" type="presParOf" srcId="{B3A70B56-2A7F-5342-BDF7-8E88C617D9B0}" destId="{71114853-1C29-9A47-A770-BA90FB982AD1}" srcOrd="15" destOrd="0" presId="urn:microsoft.com/office/officeart/2005/8/layout/list1"/>
    <dgm:cxn modelId="{A5EE5FF6-582E-6A41-982D-5F1A85AB8F79}" type="presParOf" srcId="{B3A70B56-2A7F-5342-BDF7-8E88C617D9B0}" destId="{7EB47070-4D15-8944-AC0E-3247D8C653AE}" srcOrd="16" destOrd="0" presId="urn:microsoft.com/office/officeart/2005/8/layout/list1"/>
    <dgm:cxn modelId="{E6399EF2-578D-4647-AF7C-AFEC355DD3E4}" type="presParOf" srcId="{7EB47070-4D15-8944-AC0E-3247D8C653AE}" destId="{9A3D452C-9F54-E24D-9ED3-454D70E65997}" srcOrd="0" destOrd="0" presId="urn:microsoft.com/office/officeart/2005/8/layout/list1"/>
    <dgm:cxn modelId="{34C1CAED-6EBB-7946-908E-EA62C31CE731}" type="presParOf" srcId="{7EB47070-4D15-8944-AC0E-3247D8C653AE}" destId="{07BFA874-405C-7B40-80FF-4DB53DC57EC9}" srcOrd="1" destOrd="0" presId="urn:microsoft.com/office/officeart/2005/8/layout/list1"/>
    <dgm:cxn modelId="{CC1C3928-239D-D54E-894B-300B84AEF3E7}" type="presParOf" srcId="{B3A70B56-2A7F-5342-BDF7-8E88C617D9B0}" destId="{3DA0F71A-A83A-EC46-A452-2E40A90CA3FE}" srcOrd="17" destOrd="0" presId="urn:microsoft.com/office/officeart/2005/8/layout/list1"/>
    <dgm:cxn modelId="{2A1F22E5-E1CD-694D-AA30-A56800E21C92}" type="presParOf" srcId="{B3A70B56-2A7F-5342-BDF7-8E88C617D9B0}" destId="{5213C97C-8527-1946-812D-5232F2073F5A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F72B6CE-6422-4066-BC66-548F844A08BC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BCDA35D-EEE7-434A-967C-0A44ADF6BD72}">
      <dgm:prSet/>
      <dgm:spPr/>
      <dgm:t>
        <a:bodyPr/>
        <a:lstStyle/>
        <a:p>
          <a:r>
            <a:rPr lang="en-US"/>
            <a:t>Nondysplastic Barrett’s</a:t>
          </a:r>
        </a:p>
      </dgm:t>
    </dgm:pt>
    <dgm:pt modelId="{0F33CDEF-5FF5-4538-ADDF-DA6772BA2EDE}" type="parTrans" cxnId="{BBB7484E-D23A-4B7D-A9B9-3B6C9960A857}">
      <dgm:prSet/>
      <dgm:spPr/>
      <dgm:t>
        <a:bodyPr/>
        <a:lstStyle/>
        <a:p>
          <a:endParaRPr lang="en-US"/>
        </a:p>
      </dgm:t>
    </dgm:pt>
    <dgm:pt modelId="{FEECF04B-1DDE-4A3C-A44D-72DEF486A11B}" type="sibTrans" cxnId="{BBB7484E-D23A-4B7D-A9B9-3B6C9960A857}">
      <dgm:prSet/>
      <dgm:spPr/>
      <dgm:t>
        <a:bodyPr/>
        <a:lstStyle/>
        <a:p>
          <a:endParaRPr lang="en-US"/>
        </a:p>
      </dgm:t>
    </dgm:pt>
    <dgm:pt modelId="{243BB0A0-7DFD-4DAA-BFF9-DE9D3FEF7547}">
      <dgm:prSet/>
      <dgm:spPr/>
      <dgm:t>
        <a:bodyPr/>
        <a:lstStyle/>
        <a:p>
          <a:r>
            <a:rPr lang="en-US"/>
            <a:t>Daily PPI</a:t>
          </a:r>
        </a:p>
      </dgm:t>
    </dgm:pt>
    <dgm:pt modelId="{159911B0-F834-448C-9914-98A4415C8A38}" type="parTrans" cxnId="{9C7BF157-A828-4CF5-81C1-D63CEE566261}">
      <dgm:prSet/>
      <dgm:spPr/>
      <dgm:t>
        <a:bodyPr/>
        <a:lstStyle/>
        <a:p>
          <a:endParaRPr lang="en-US"/>
        </a:p>
      </dgm:t>
    </dgm:pt>
    <dgm:pt modelId="{E195CB11-9520-4A49-887B-ED9E9B095557}" type="sibTrans" cxnId="{9C7BF157-A828-4CF5-81C1-D63CEE566261}">
      <dgm:prSet/>
      <dgm:spPr/>
      <dgm:t>
        <a:bodyPr/>
        <a:lstStyle/>
        <a:p>
          <a:endParaRPr lang="en-US"/>
        </a:p>
      </dgm:t>
    </dgm:pt>
    <dgm:pt modelId="{AF9F973B-DAAD-43E7-836F-AF6C748A3878}">
      <dgm:prSet/>
      <dgm:spPr/>
      <dgm:t>
        <a:bodyPr/>
        <a:lstStyle/>
        <a:p>
          <a:r>
            <a:rPr lang="en-US"/>
            <a:t>If &lt;3cm: rpt EGD q5y</a:t>
          </a:r>
        </a:p>
      </dgm:t>
    </dgm:pt>
    <dgm:pt modelId="{222FD730-F48E-42D1-8208-085A749CE5DC}" type="parTrans" cxnId="{A82BFB0F-B211-4153-A347-0BD247A35D43}">
      <dgm:prSet/>
      <dgm:spPr/>
      <dgm:t>
        <a:bodyPr/>
        <a:lstStyle/>
        <a:p>
          <a:endParaRPr lang="en-US"/>
        </a:p>
      </dgm:t>
    </dgm:pt>
    <dgm:pt modelId="{B25DB8D8-E4F3-4E22-AD55-A5644B8C52A9}" type="sibTrans" cxnId="{A82BFB0F-B211-4153-A347-0BD247A35D43}">
      <dgm:prSet/>
      <dgm:spPr/>
      <dgm:t>
        <a:bodyPr/>
        <a:lstStyle/>
        <a:p>
          <a:endParaRPr lang="en-US"/>
        </a:p>
      </dgm:t>
    </dgm:pt>
    <dgm:pt modelId="{5CC431CC-935C-4FB2-A41E-1F55E961A432}">
      <dgm:prSet/>
      <dgm:spPr/>
      <dgm:t>
        <a:bodyPr/>
        <a:lstStyle/>
        <a:p>
          <a:r>
            <a:rPr lang="en-US"/>
            <a:t>If &gt;3cm: rpt EGD q3y </a:t>
          </a:r>
        </a:p>
      </dgm:t>
    </dgm:pt>
    <dgm:pt modelId="{CFD923C7-DCE5-430C-86AD-94A3337A2FAD}" type="parTrans" cxnId="{8964B0DC-A2C4-405C-907D-817AAA58F360}">
      <dgm:prSet/>
      <dgm:spPr/>
      <dgm:t>
        <a:bodyPr/>
        <a:lstStyle/>
        <a:p>
          <a:endParaRPr lang="en-US"/>
        </a:p>
      </dgm:t>
    </dgm:pt>
    <dgm:pt modelId="{153D91DE-BC37-4B66-AE8C-D7896C967A9F}" type="sibTrans" cxnId="{8964B0DC-A2C4-405C-907D-817AAA58F360}">
      <dgm:prSet/>
      <dgm:spPr/>
      <dgm:t>
        <a:bodyPr/>
        <a:lstStyle/>
        <a:p>
          <a:endParaRPr lang="en-US"/>
        </a:p>
      </dgm:t>
    </dgm:pt>
    <dgm:pt modelId="{CD53E12E-24CC-446C-8CEE-EBAC4E6F9394}">
      <dgm:prSet/>
      <dgm:spPr/>
      <dgm:t>
        <a:bodyPr/>
        <a:lstStyle/>
        <a:p>
          <a:r>
            <a:rPr lang="en-US" dirty="0"/>
            <a:t>Low-grade dysplasia:</a:t>
          </a:r>
        </a:p>
      </dgm:t>
    </dgm:pt>
    <dgm:pt modelId="{97009E36-217B-4D13-AEC0-9AAACA1503D9}" type="parTrans" cxnId="{F62A9F4D-A3A5-4C39-B2F9-5E8559312309}">
      <dgm:prSet/>
      <dgm:spPr/>
      <dgm:t>
        <a:bodyPr/>
        <a:lstStyle/>
        <a:p>
          <a:endParaRPr lang="en-US"/>
        </a:p>
      </dgm:t>
    </dgm:pt>
    <dgm:pt modelId="{3D7E1105-590C-4CA4-A08B-E3C772F3D59B}" type="sibTrans" cxnId="{F62A9F4D-A3A5-4C39-B2F9-5E8559312309}">
      <dgm:prSet/>
      <dgm:spPr/>
      <dgm:t>
        <a:bodyPr/>
        <a:lstStyle/>
        <a:p>
          <a:endParaRPr lang="en-US"/>
        </a:p>
      </dgm:t>
    </dgm:pt>
    <dgm:pt modelId="{11AE4949-DC48-4D35-8C7E-E33585FCFA02}">
      <dgm:prSet/>
      <dgm:spPr/>
      <dgm:t>
        <a:bodyPr/>
        <a:lstStyle/>
        <a:p>
          <a:r>
            <a:rPr lang="en-US" dirty="0"/>
            <a:t>High-grade dysplasia OR cancer:</a:t>
          </a:r>
        </a:p>
      </dgm:t>
    </dgm:pt>
    <dgm:pt modelId="{6636167C-4DE5-481C-AD0F-5B8951091E3C}" type="parTrans" cxnId="{55078FB0-72AC-4547-8C87-B947E91729AD}">
      <dgm:prSet/>
      <dgm:spPr/>
      <dgm:t>
        <a:bodyPr/>
        <a:lstStyle/>
        <a:p>
          <a:endParaRPr lang="en-US"/>
        </a:p>
      </dgm:t>
    </dgm:pt>
    <dgm:pt modelId="{C11132DF-39AE-4540-B35B-581FF7156237}" type="sibTrans" cxnId="{55078FB0-72AC-4547-8C87-B947E91729AD}">
      <dgm:prSet/>
      <dgm:spPr/>
      <dgm:t>
        <a:bodyPr/>
        <a:lstStyle/>
        <a:p>
          <a:endParaRPr lang="en-US"/>
        </a:p>
      </dgm:t>
    </dgm:pt>
    <dgm:pt modelId="{5D8BA13E-3F89-4220-B506-160E72033C5F}">
      <dgm:prSet/>
      <dgm:spPr/>
      <dgm:t>
        <a:bodyPr/>
        <a:lstStyle/>
        <a:p>
          <a:r>
            <a:rPr lang="en-US"/>
            <a:t>Surgery if resectable</a:t>
          </a:r>
        </a:p>
      </dgm:t>
    </dgm:pt>
    <dgm:pt modelId="{79481D3A-276B-445A-AE87-BD97832AED78}" type="parTrans" cxnId="{7DC5A3B2-A9F1-4271-94B6-C2CE03F283B9}">
      <dgm:prSet/>
      <dgm:spPr/>
      <dgm:t>
        <a:bodyPr/>
        <a:lstStyle/>
        <a:p>
          <a:endParaRPr lang="en-US"/>
        </a:p>
      </dgm:t>
    </dgm:pt>
    <dgm:pt modelId="{A42D2240-DEEB-46D8-BCF8-2850AE5C52B5}" type="sibTrans" cxnId="{7DC5A3B2-A9F1-4271-94B6-C2CE03F283B9}">
      <dgm:prSet/>
      <dgm:spPr/>
      <dgm:t>
        <a:bodyPr/>
        <a:lstStyle/>
        <a:p>
          <a:endParaRPr lang="en-US"/>
        </a:p>
      </dgm:t>
    </dgm:pt>
    <dgm:pt modelId="{F57D9C74-DB2E-0449-B80D-2CFD2AF0F1EE}">
      <dgm:prSet/>
      <dgm:spPr/>
      <dgm:t>
        <a:bodyPr/>
        <a:lstStyle/>
        <a:p>
          <a:r>
            <a:rPr lang="en-US" dirty="0"/>
            <a:t>Endoscopic resection</a:t>
          </a:r>
        </a:p>
      </dgm:t>
    </dgm:pt>
    <dgm:pt modelId="{06686634-3A24-8B4F-BA02-CAF33635E76C}" type="parTrans" cxnId="{0A7C1B16-883C-9D4A-B945-54295E786412}">
      <dgm:prSet/>
      <dgm:spPr/>
      <dgm:t>
        <a:bodyPr/>
        <a:lstStyle/>
        <a:p>
          <a:endParaRPr lang="en-US"/>
        </a:p>
      </dgm:t>
    </dgm:pt>
    <dgm:pt modelId="{F7C6F213-82F6-9044-BE75-C25E316BE7B2}" type="sibTrans" cxnId="{0A7C1B16-883C-9D4A-B945-54295E786412}">
      <dgm:prSet/>
      <dgm:spPr/>
      <dgm:t>
        <a:bodyPr/>
        <a:lstStyle/>
        <a:p>
          <a:endParaRPr lang="en-US"/>
        </a:p>
      </dgm:t>
    </dgm:pt>
    <dgm:pt modelId="{B4A98FA6-874B-9A4F-866C-3C05C177BF14}">
      <dgm:prSet/>
      <dgm:spPr/>
      <dgm:t>
        <a:bodyPr/>
        <a:lstStyle/>
        <a:p>
          <a:r>
            <a:rPr lang="en-US" dirty="0"/>
            <a:t>Endoscopic resection + ablation</a:t>
          </a:r>
        </a:p>
      </dgm:t>
    </dgm:pt>
    <dgm:pt modelId="{A9802468-1D28-FB40-B353-B07E533043F5}" type="parTrans" cxnId="{25522A04-791D-CE40-A912-496ED4344E5D}">
      <dgm:prSet/>
      <dgm:spPr/>
      <dgm:t>
        <a:bodyPr/>
        <a:lstStyle/>
        <a:p>
          <a:endParaRPr lang="en-US"/>
        </a:p>
      </dgm:t>
    </dgm:pt>
    <dgm:pt modelId="{D0800A4B-E0F9-B54C-A5E4-A9E5073230D2}" type="sibTrans" cxnId="{25522A04-791D-CE40-A912-496ED4344E5D}">
      <dgm:prSet/>
      <dgm:spPr/>
      <dgm:t>
        <a:bodyPr/>
        <a:lstStyle/>
        <a:p>
          <a:endParaRPr lang="en-US"/>
        </a:p>
      </dgm:t>
    </dgm:pt>
    <dgm:pt modelId="{57D2A8B4-1F36-274E-9054-5024D3158707}" type="pres">
      <dgm:prSet presAssocID="{DF72B6CE-6422-4066-BC66-548F844A08BC}" presName="Name0" presStyleCnt="0">
        <dgm:presLayoutVars>
          <dgm:dir/>
          <dgm:animLvl val="lvl"/>
          <dgm:resizeHandles val="exact"/>
        </dgm:presLayoutVars>
      </dgm:prSet>
      <dgm:spPr/>
    </dgm:pt>
    <dgm:pt modelId="{F8BF896F-61C1-BB48-8430-4CFF229356DE}" type="pres">
      <dgm:prSet presAssocID="{3BCDA35D-EEE7-434A-967C-0A44ADF6BD72}" presName="linNode" presStyleCnt="0"/>
      <dgm:spPr/>
    </dgm:pt>
    <dgm:pt modelId="{F540FEF3-0256-024B-921D-C28FFC90F560}" type="pres">
      <dgm:prSet presAssocID="{3BCDA35D-EEE7-434A-967C-0A44ADF6BD72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D0DD6AFE-BA2E-E74E-8FC3-0F38832AB64C}" type="pres">
      <dgm:prSet presAssocID="{3BCDA35D-EEE7-434A-967C-0A44ADF6BD72}" presName="descendantText" presStyleLbl="alignAccFollowNode1" presStyleIdx="0" presStyleCnt="3">
        <dgm:presLayoutVars>
          <dgm:bulletEnabled val="1"/>
        </dgm:presLayoutVars>
      </dgm:prSet>
      <dgm:spPr/>
    </dgm:pt>
    <dgm:pt modelId="{F625A176-B57B-2D44-9F8E-626B0B190057}" type="pres">
      <dgm:prSet presAssocID="{FEECF04B-1DDE-4A3C-A44D-72DEF486A11B}" presName="sp" presStyleCnt="0"/>
      <dgm:spPr/>
    </dgm:pt>
    <dgm:pt modelId="{5556CC9E-1946-B541-84B0-E86DD68642A1}" type="pres">
      <dgm:prSet presAssocID="{CD53E12E-24CC-446C-8CEE-EBAC4E6F9394}" presName="linNode" presStyleCnt="0"/>
      <dgm:spPr/>
    </dgm:pt>
    <dgm:pt modelId="{23712662-88D6-B94D-B72E-B7827C4F5C1B}" type="pres">
      <dgm:prSet presAssocID="{CD53E12E-24CC-446C-8CEE-EBAC4E6F9394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014FA043-9A56-0D4D-98B7-B68711C023A2}" type="pres">
      <dgm:prSet presAssocID="{CD53E12E-24CC-446C-8CEE-EBAC4E6F9394}" presName="descendantText" presStyleLbl="alignAccFollowNode1" presStyleIdx="1" presStyleCnt="3">
        <dgm:presLayoutVars>
          <dgm:bulletEnabled val="1"/>
        </dgm:presLayoutVars>
      </dgm:prSet>
      <dgm:spPr/>
    </dgm:pt>
    <dgm:pt modelId="{F74EF2EF-AF63-C34E-B055-D29473970602}" type="pres">
      <dgm:prSet presAssocID="{3D7E1105-590C-4CA4-A08B-E3C772F3D59B}" presName="sp" presStyleCnt="0"/>
      <dgm:spPr/>
    </dgm:pt>
    <dgm:pt modelId="{D494F3E6-B606-5D4B-AF9E-F5102E305DEF}" type="pres">
      <dgm:prSet presAssocID="{11AE4949-DC48-4D35-8C7E-E33585FCFA02}" presName="linNode" presStyleCnt="0"/>
      <dgm:spPr/>
    </dgm:pt>
    <dgm:pt modelId="{7F351B83-1E68-7843-90F2-0052F36B5729}" type="pres">
      <dgm:prSet presAssocID="{11AE4949-DC48-4D35-8C7E-E33585FCFA02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2710F8FF-DF0F-9441-B23A-CFBAEEA48D73}" type="pres">
      <dgm:prSet presAssocID="{11AE4949-DC48-4D35-8C7E-E33585FCFA02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25522A04-791D-CE40-A912-496ED4344E5D}" srcId="{11AE4949-DC48-4D35-8C7E-E33585FCFA02}" destId="{B4A98FA6-874B-9A4F-866C-3C05C177BF14}" srcOrd="0" destOrd="0" parTransId="{A9802468-1D28-FB40-B353-B07E533043F5}" sibTransId="{D0800A4B-E0F9-B54C-A5E4-A9E5073230D2}"/>
    <dgm:cxn modelId="{A82BFB0F-B211-4153-A347-0BD247A35D43}" srcId="{3BCDA35D-EEE7-434A-967C-0A44ADF6BD72}" destId="{AF9F973B-DAAD-43E7-836F-AF6C748A3878}" srcOrd="1" destOrd="0" parTransId="{222FD730-F48E-42D1-8208-085A749CE5DC}" sibTransId="{B25DB8D8-E4F3-4E22-AD55-A5644B8C52A9}"/>
    <dgm:cxn modelId="{C6459B12-D831-D444-B856-1E291AC8AC7E}" type="presOf" srcId="{243BB0A0-7DFD-4DAA-BFF9-DE9D3FEF7547}" destId="{D0DD6AFE-BA2E-E74E-8FC3-0F38832AB64C}" srcOrd="0" destOrd="0" presId="urn:microsoft.com/office/officeart/2005/8/layout/vList5"/>
    <dgm:cxn modelId="{0A7C1B16-883C-9D4A-B945-54295E786412}" srcId="{CD53E12E-24CC-446C-8CEE-EBAC4E6F9394}" destId="{F57D9C74-DB2E-0449-B80D-2CFD2AF0F1EE}" srcOrd="0" destOrd="0" parTransId="{06686634-3A24-8B4F-BA02-CAF33635E76C}" sibTransId="{F7C6F213-82F6-9044-BE75-C25E316BE7B2}"/>
    <dgm:cxn modelId="{AA852324-887A-7A49-A9F2-F0E0A6BC0ABA}" type="presOf" srcId="{AF9F973B-DAAD-43E7-836F-AF6C748A3878}" destId="{D0DD6AFE-BA2E-E74E-8FC3-0F38832AB64C}" srcOrd="0" destOrd="1" presId="urn:microsoft.com/office/officeart/2005/8/layout/vList5"/>
    <dgm:cxn modelId="{A11D4541-1D9D-2C45-A206-5FD69C5831AE}" type="presOf" srcId="{11AE4949-DC48-4D35-8C7E-E33585FCFA02}" destId="{7F351B83-1E68-7843-90F2-0052F36B5729}" srcOrd="0" destOrd="0" presId="urn:microsoft.com/office/officeart/2005/8/layout/vList5"/>
    <dgm:cxn modelId="{F62A9F4D-A3A5-4C39-B2F9-5E8559312309}" srcId="{DF72B6CE-6422-4066-BC66-548F844A08BC}" destId="{CD53E12E-24CC-446C-8CEE-EBAC4E6F9394}" srcOrd="1" destOrd="0" parTransId="{97009E36-217B-4D13-AEC0-9AAACA1503D9}" sibTransId="{3D7E1105-590C-4CA4-A08B-E3C772F3D59B}"/>
    <dgm:cxn modelId="{BBB7484E-D23A-4B7D-A9B9-3B6C9960A857}" srcId="{DF72B6CE-6422-4066-BC66-548F844A08BC}" destId="{3BCDA35D-EEE7-434A-967C-0A44ADF6BD72}" srcOrd="0" destOrd="0" parTransId="{0F33CDEF-5FF5-4538-ADDF-DA6772BA2EDE}" sibTransId="{FEECF04B-1DDE-4A3C-A44D-72DEF486A11B}"/>
    <dgm:cxn modelId="{0DD4AB4E-1A7E-2749-9049-6F3B0BF2DF8E}" type="presOf" srcId="{5CC431CC-935C-4FB2-A41E-1F55E961A432}" destId="{D0DD6AFE-BA2E-E74E-8FC3-0F38832AB64C}" srcOrd="0" destOrd="2" presId="urn:microsoft.com/office/officeart/2005/8/layout/vList5"/>
    <dgm:cxn modelId="{40F70674-D829-A74F-86F3-5FE9B8434D1B}" type="presOf" srcId="{3BCDA35D-EEE7-434A-967C-0A44ADF6BD72}" destId="{F540FEF3-0256-024B-921D-C28FFC90F560}" srcOrd="0" destOrd="0" presId="urn:microsoft.com/office/officeart/2005/8/layout/vList5"/>
    <dgm:cxn modelId="{9C7BF157-A828-4CF5-81C1-D63CEE566261}" srcId="{3BCDA35D-EEE7-434A-967C-0A44ADF6BD72}" destId="{243BB0A0-7DFD-4DAA-BFF9-DE9D3FEF7547}" srcOrd="0" destOrd="0" parTransId="{159911B0-F834-448C-9914-98A4415C8A38}" sibTransId="{E195CB11-9520-4A49-887B-ED9E9B095557}"/>
    <dgm:cxn modelId="{F87EFC84-CF91-AA49-A4B9-DA1B12962C68}" type="presOf" srcId="{B4A98FA6-874B-9A4F-866C-3C05C177BF14}" destId="{2710F8FF-DF0F-9441-B23A-CFBAEEA48D73}" srcOrd="0" destOrd="0" presId="urn:microsoft.com/office/officeart/2005/8/layout/vList5"/>
    <dgm:cxn modelId="{AAE4C6A1-F8B4-6C42-AC93-C206C8EF48BA}" type="presOf" srcId="{DF72B6CE-6422-4066-BC66-548F844A08BC}" destId="{57D2A8B4-1F36-274E-9054-5024D3158707}" srcOrd="0" destOrd="0" presId="urn:microsoft.com/office/officeart/2005/8/layout/vList5"/>
    <dgm:cxn modelId="{55078FB0-72AC-4547-8C87-B947E91729AD}" srcId="{DF72B6CE-6422-4066-BC66-548F844A08BC}" destId="{11AE4949-DC48-4D35-8C7E-E33585FCFA02}" srcOrd="2" destOrd="0" parTransId="{6636167C-4DE5-481C-AD0F-5B8951091E3C}" sibTransId="{C11132DF-39AE-4540-B35B-581FF7156237}"/>
    <dgm:cxn modelId="{AECB7DB1-BAE9-6E4A-A578-B4A142E59E64}" type="presOf" srcId="{CD53E12E-24CC-446C-8CEE-EBAC4E6F9394}" destId="{23712662-88D6-B94D-B72E-B7827C4F5C1B}" srcOrd="0" destOrd="0" presId="urn:microsoft.com/office/officeart/2005/8/layout/vList5"/>
    <dgm:cxn modelId="{7DC5A3B2-A9F1-4271-94B6-C2CE03F283B9}" srcId="{11AE4949-DC48-4D35-8C7E-E33585FCFA02}" destId="{5D8BA13E-3F89-4220-B506-160E72033C5F}" srcOrd="1" destOrd="0" parTransId="{79481D3A-276B-445A-AE87-BD97832AED78}" sibTransId="{A42D2240-DEEB-46D8-BCF8-2850AE5C52B5}"/>
    <dgm:cxn modelId="{7F4CB4B7-5DDA-C14C-9704-A8C4D10F756D}" type="presOf" srcId="{5D8BA13E-3F89-4220-B506-160E72033C5F}" destId="{2710F8FF-DF0F-9441-B23A-CFBAEEA48D73}" srcOrd="0" destOrd="1" presId="urn:microsoft.com/office/officeart/2005/8/layout/vList5"/>
    <dgm:cxn modelId="{EA16F7C9-2727-FD48-BA89-DD939859E59C}" type="presOf" srcId="{F57D9C74-DB2E-0449-B80D-2CFD2AF0F1EE}" destId="{014FA043-9A56-0D4D-98B7-B68711C023A2}" srcOrd="0" destOrd="0" presId="urn:microsoft.com/office/officeart/2005/8/layout/vList5"/>
    <dgm:cxn modelId="{8964B0DC-A2C4-405C-907D-817AAA58F360}" srcId="{3BCDA35D-EEE7-434A-967C-0A44ADF6BD72}" destId="{5CC431CC-935C-4FB2-A41E-1F55E961A432}" srcOrd="2" destOrd="0" parTransId="{CFD923C7-DCE5-430C-86AD-94A3337A2FAD}" sibTransId="{153D91DE-BC37-4B66-AE8C-D7896C967A9F}"/>
    <dgm:cxn modelId="{A47CDD34-0033-E040-AE7D-F62A668711FD}" type="presParOf" srcId="{57D2A8B4-1F36-274E-9054-5024D3158707}" destId="{F8BF896F-61C1-BB48-8430-4CFF229356DE}" srcOrd="0" destOrd="0" presId="urn:microsoft.com/office/officeart/2005/8/layout/vList5"/>
    <dgm:cxn modelId="{B3DF4250-92DF-484D-9A86-801C654D6A9D}" type="presParOf" srcId="{F8BF896F-61C1-BB48-8430-4CFF229356DE}" destId="{F540FEF3-0256-024B-921D-C28FFC90F560}" srcOrd="0" destOrd="0" presId="urn:microsoft.com/office/officeart/2005/8/layout/vList5"/>
    <dgm:cxn modelId="{0DF1C065-6575-E246-B494-A654A87A3858}" type="presParOf" srcId="{F8BF896F-61C1-BB48-8430-4CFF229356DE}" destId="{D0DD6AFE-BA2E-E74E-8FC3-0F38832AB64C}" srcOrd="1" destOrd="0" presId="urn:microsoft.com/office/officeart/2005/8/layout/vList5"/>
    <dgm:cxn modelId="{068AD8D2-0236-3542-BB7D-18AD729A035F}" type="presParOf" srcId="{57D2A8B4-1F36-274E-9054-5024D3158707}" destId="{F625A176-B57B-2D44-9F8E-626B0B190057}" srcOrd="1" destOrd="0" presId="urn:microsoft.com/office/officeart/2005/8/layout/vList5"/>
    <dgm:cxn modelId="{7CAD84C9-AF80-A24B-9588-BFA804D3BDBD}" type="presParOf" srcId="{57D2A8B4-1F36-274E-9054-5024D3158707}" destId="{5556CC9E-1946-B541-84B0-E86DD68642A1}" srcOrd="2" destOrd="0" presId="urn:microsoft.com/office/officeart/2005/8/layout/vList5"/>
    <dgm:cxn modelId="{2373AEB4-E317-844C-BEF1-400663906FCB}" type="presParOf" srcId="{5556CC9E-1946-B541-84B0-E86DD68642A1}" destId="{23712662-88D6-B94D-B72E-B7827C4F5C1B}" srcOrd="0" destOrd="0" presId="urn:microsoft.com/office/officeart/2005/8/layout/vList5"/>
    <dgm:cxn modelId="{3E19886F-C025-EC4A-860B-932526B940DD}" type="presParOf" srcId="{5556CC9E-1946-B541-84B0-E86DD68642A1}" destId="{014FA043-9A56-0D4D-98B7-B68711C023A2}" srcOrd="1" destOrd="0" presId="urn:microsoft.com/office/officeart/2005/8/layout/vList5"/>
    <dgm:cxn modelId="{B9B522B6-6447-054C-80DE-D60E5028CF58}" type="presParOf" srcId="{57D2A8B4-1F36-274E-9054-5024D3158707}" destId="{F74EF2EF-AF63-C34E-B055-D29473970602}" srcOrd="3" destOrd="0" presId="urn:microsoft.com/office/officeart/2005/8/layout/vList5"/>
    <dgm:cxn modelId="{BD2BA0E0-8352-8743-B372-2C87213BEABA}" type="presParOf" srcId="{57D2A8B4-1F36-274E-9054-5024D3158707}" destId="{D494F3E6-B606-5D4B-AF9E-F5102E305DEF}" srcOrd="4" destOrd="0" presId="urn:microsoft.com/office/officeart/2005/8/layout/vList5"/>
    <dgm:cxn modelId="{9FEB164C-A74D-BA4E-9DF5-5B6071A12620}" type="presParOf" srcId="{D494F3E6-B606-5D4B-AF9E-F5102E305DEF}" destId="{7F351B83-1E68-7843-90F2-0052F36B5729}" srcOrd="0" destOrd="0" presId="urn:microsoft.com/office/officeart/2005/8/layout/vList5"/>
    <dgm:cxn modelId="{A648418E-8B8D-C64B-BAAC-FEFF54D4ED54}" type="presParOf" srcId="{D494F3E6-B606-5D4B-AF9E-F5102E305DEF}" destId="{2710F8FF-DF0F-9441-B23A-CFBAEEA48D7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96AD4E4-DAE6-4D75-80ED-63B8F06BBEDA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568F175-CAF3-4324-85EB-0B095CCF2703}">
      <dgm:prSet/>
      <dgm:spPr/>
      <dgm:t>
        <a:bodyPr/>
        <a:lstStyle/>
        <a:p>
          <a:r>
            <a:rPr lang="en-US"/>
            <a:t>HSV</a:t>
          </a:r>
        </a:p>
      </dgm:t>
    </dgm:pt>
    <dgm:pt modelId="{3C194349-2B03-42FB-B863-9EBC7E196123}" type="parTrans" cxnId="{C59567E2-3398-4F0A-B301-3187D94AE1F0}">
      <dgm:prSet/>
      <dgm:spPr/>
      <dgm:t>
        <a:bodyPr/>
        <a:lstStyle/>
        <a:p>
          <a:endParaRPr lang="en-US"/>
        </a:p>
      </dgm:t>
    </dgm:pt>
    <dgm:pt modelId="{E4B06061-89D4-41E9-A1E1-6E7F2BCA0436}" type="sibTrans" cxnId="{C59567E2-3398-4F0A-B301-3187D94AE1F0}">
      <dgm:prSet/>
      <dgm:spPr/>
      <dgm:t>
        <a:bodyPr/>
        <a:lstStyle/>
        <a:p>
          <a:endParaRPr lang="en-US"/>
        </a:p>
      </dgm:t>
    </dgm:pt>
    <dgm:pt modelId="{24C68154-E071-47B5-92AD-8E2914A6BAED}">
      <dgm:prSet/>
      <dgm:spPr/>
      <dgm:t>
        <a:bodyPr/>
        <a:lstStyle/>
        <a:p>
          <a:r>
            <a:rPr lang="en-US"/>
            <a:t>Multiple small “volcano like” ulcers</a:t>
          </a:r>
        </a:p>
      </dgm:t>
    </dgm:pt>
    <dgm:pt modelId="{ED52C6D9-26EF-4009-9342-C53AC08B8C64}" type="parTrans" cxnId="{9122E792-618B-411C-A8DB-DAB7AE77DA13}">
      <dgm:prSet/>
      <dgm:spPr/>
      <dgm:t>
        <a:bodyPr/>
        <a:lstStyle/>
        <a:p>
          <a:endParaRPr lang="en-US"/>
        </a:p>
      </dgm:t>
    </dgm:pt>
    <dgm:pt modelId="{B561E5F0-C98E-4BA8-8151-E19AB7DF2E8D}" type="sibTrans" cxnId="{9122E792-618B-411C-A8DB-DAB7AE77DA13}">
      <dgm:prSet/>
      <dgm:spPr/>
      <dgm:t>
        <a:bodyPr/>
        <a:lstStyle/>
        <a:p>
          <a:endParaRPr lang="en-US"/>
        </a:p>
      </dgm:t>
    </dgm:pt>
    <dgm:pt modelId="{0ECF6EAA-70A2-43E5-9BD4-6A049083AF1F}">
      <dgm:prSet/>
      <dgm:spPr/>
      <dgm:t>
        <a:bodyPr/>
        <a:lstStyle/>
        <a:p>
          <a:r>
            <a:rPr lang="en-US"/>
            <a:t>Tx: acyclovir</a:t>
          </a:r>
        </a:p>
      </dgm:t>
    </dgm:pt>
    <dgm:pt modelId="{605659AC-46EF-471A-A982-F6F311C29E1C}" type="parTrans" cxnId="{094AD7BE-1592-49AE-980B-C3926B78CD7D}">
      <dgm:prSet/>
      <dgm:spPr/>
      <dgm:t>
        <a:bodyPr/>
        <a:lstStyle/>
        <a:p>
          <a:endParaRPr lang="en-US"/>
        </a:p>
      </dgm:t>
    </dgm:pt>
    <dgm:pt modelId="{872A147B-0EB3-4743-B9F0-80A6CEA18CC8}" type="sibTrans" cxnId="{094AD7BE-1592-49AE-980B-C3926B78CD7D}">
      <dgm:prSet/>
      <dgm:spPr/>
      <dgm:t>
        <a:bodyPr/>
        <a:lstStyle/>
        <a:p>
          <a:endParaRPr lang="en-US"/>
        </a:p>
      </dgm:t>
    </dgm:pt>
    <dgm:pt modelId="{BC1973D2-016F-4B5A-BA54-3755093769CE}">
      <dgm:prSet/>
      <dgm:spPr/>
      <dgm:t>
        <a:bodyPr/>
        <a:lstStyle/>
        <a:p>
          <a:r>
            <a:rPr lang="en-US"/>
            <a:t>CMV</a:t>
          </a:r>
        </a:p>
      </dgm:t>
    </dgm:pt>
    <dgm:pt modelId="{900531D4-1A0E-4A04-B817-0CCDD36B8A1B}" type="parTrans" cxnId="{AA44F0E1-E81F-4DC6-B5CB-9217B6334A5A}">
      <dgm:prSet/>
      <dgm:spPr/>
      <dgm:t>
        <a:bodyPr/>
        <a:lstStyle/>
        <a:p>
          <a:endParaRPr lang="en-US"/>
        </a:p>
      </dgm:t>
    </dgm:pt>
    <dgm:pt modelId="{7727956E-C891-407A-AD3D-D877C77E52A2}" type="sibTrans" cxnId="{AA44F0E1-E81F-4DC6-B5CB-9217B6334A5A}">
      <dgm:prSet/>
      <dgm:spPr/>
      <dgm:t>
        <a:bodyPr/>
        <a:lstStyle/>
        <a:p>
          <a:endParaRPr lang="en-US"/>
        </a:p>
      </dgm:t>
    </dgm:pt>
    <dgm:pt modelId="{B63419A7-C03E-4EAE-83E9-51BF49749072}">
      <dgm:prSet/>
      <dgm:spPr/>
      <dgm:t>
        <a:bodyPr/>
        <a:lstStyle/>
        <a:p>
          <a:r>
            <a:rPr lang="en-US"/>
            <a:t>Large, linear longitudinal ulcers</a:t>
          </a:r>
        </a:p>
      </dgm:t>
    </dgm:pt>
    <dgm:pt modelId="{3A6B9491-306A-4BBB-B19E-D393426CBA89}" type="parTrans" cxnId="{31C11E63-8093-4B03-BDA4-368DFF059A38}">
      <dgm:prSet/>
      <dgm:spPr/>
      <dgm:t>
        <a:bodyPr/>
        <a:lstStyle/>
        <a:p>
          <a:endParaRPr lang="en-US"/>
        </a:p>
      </dgm:t>
    </dgm:pt>
    <dgm:pt modelId="{2E8615D4-681D-45FC-A7B7-F3BFA4F7791B}" type="sibTrans" cxnId="{31C11E63-8093-4B03-BDA4-368DFF059A38}">
      <dgm:prSet/>
      <dgm:spPr/>
      <dgm:t>
        <a:bodyPr/>
        <a:lstStyle/>
        <a:p>
          <a:endParaRPr lang="en-US"/>
        </a:p>
      </dgm:t>
    </dgm:pt>
    <dgm:pt modelId="{E0221693-1749-439D-ADCA-9BD3F8199A2D}">
      <dgm:prSet/>
      <dgm:spPr/>
      <dgm:t>
        <a:bodyPr/>
        <a:lstStyle/>
        <a:p>
          <a:r>
            <a:rPr lang="en-US"/>
            <a:t>Tx: ganciclovir or valganciclovir</a:t>
          </a:r>
        </a:p>
      </dgm:t>
    </dgm:pt>
    <dgm:pt modelId="{90B2815E-9674-4C88-BA80-5CE1E519E78A}" type="parTrans" cxnId="{A617D46D-DFF1-4874-A4C9-C174F6D10196}">
      <dgm:prSet/>
      <dgm:spPr/>
      <dgm:t>
        <a:bodyPr/>
        <a:lstStyle/>
        <a:p>
          <a:endParaRPr lang="en-US"/>
        </a:p>
      </dgm:t>
    </dgm:pt>
    <dgm:pt modelId="{302C0EC5-E355-4351-866D-13F0A1BD222F}" type="sibTrans" cxnId="{A617D46D-DFF1-4874-A4C9-C174F6D10196}">
      <dgm:prSet/>
      <dgm:spPr/>
      <dgm:t>
        <a:bodyPr/>
        <a:lstStyle/>
        <a:p>
          <a:endParaRPr lang="en-US"/>
        </a:p>
      </dgm:t>
    </dgm:pt>
    <dgm:pt modelId="{C206B019-A916-D541-9806-7DB3F1361031}" type="pres">
      <dgm:prSet presAssocID="{696AD4E4-DAE6-4D75-80ED-63B8F06BBEDA}" presName="Name0" presStyleCnt="0">
        <dgm:presLayoutVars>
          <dgm:dir/>
          <dgm:animLvl val="lvl"/>
          <dgm:resizeHandles val="exact"/>
        </dgm:presLayoutVars>
      </dgm:prSet>
      <dgm:spPr/>
    </dgm:pt>
    <dgm:pt modelId="{00A714B4-3A41-1144-85F4-98337BA3AE45}" type="pres">
      <dgm:prSet presAssocID="{8568F175-CAF3-4324-85EB-0B095CCF2703}" presName="linNode" presStyleCnt="0"/>
      <dgm:spPr/>
    </dgm:pt>
    <dgm:pt modelId="{7BAE7B2A-C344-AE45-98E2-4213E7414C04}" type="pres">
      <dgm:prSet presAssocID="{8568F175-CAF3-4324-85EB-0B095CCF2703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3D0D0D55-05A2-BE49-8064-3B34DD9B31F3}" type="pres">
      <dgm:prSet presAssocID="{8568F175-CAF3-4324-85EB-0B095CCF2703}" presName="descendantText" presStyleLbl="alignAccFollowNode1" presStyleIdx="0" presStyleCnt="2">
        <dgm:presLayoutVars>
          <dgm:bulletEnabled val="1"/>
        </dgm:presLayoutVars>
      </dgm:prSet>
      <dgm:spPr/>
    </dgm:pt>
    <dgm:pt modelId="{6942E5C7-F74D-8A47-9548-273EEF5E3A68}" type="pres">
      <dgm:prSet presAssocID="{E4B06061-89D4-41E9-A1E1-6E7F2BCA0436}" presName="sp" presStyleCnt="0"/>
      <dgm:spPr/>
    </dgm:pt>
    <dgm:pt modelId="{26423215-DA09-D042-8214-A3E60DA1D7B1}" type="pres">
      <dgm:prSet presAssocID="{BC1973D2-016F-4B5A-BA54-3755093769CE}" presName="linNode" presStyleCnt="0"/>
      <dgm:spPr/>
    </dgm:pt>
    <dgm:pt modelId="{E4F11BF9-8C03-024B-9049-56E209EE4673}" type="pres">
      <dgm:prSet presAssocID="{BC1973D2-016F-4B5A-BA54-3755093769CE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F77889E6-D81D-244C-864E-DA411987F173}" type="pres">
      <dgm:prSet presAssocID="{BC1973D2-016F-4B5A-BA54-3755093769CE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C911330A-D386-5B44-81C6-963F2230DB19}" type="presOf" srcId="{696AD4E4-DAE6-4D75-80ED-63B8F06BBEDA}" destId="{C206B019-A916-D541-9806-7DB3F1361031}" srcOrd="0" destOrd="0" presId="urn:microsoft.com/office/officeart/2005/8/layout/vList5"/>
    <dgm:cxn modelId="{16EE611B-ED59-6049-8C4A-F8DCB808AF12}" type="presOf" srcId="{B63419A7-C03E-4EAE-83E9-51BF49749072}" destId="{F77889E6-D81D-244C-864E-DA411987F173}" srcOrd="0" destOrd="0" presId="urn:microsoft.com/office/officeart/2005/8/layout/vList5"/>
    <dgm:cxn modelId="{1397A437-F02E-BC48-8206-3986364B2E78}" type="presOf" srcId="{BC1973D2-016F-4B5A-BA54-3755093769CE}" destId="{E4F11BF9-8C03-024B-9049-56E209EE4673}" srcOrd="0" destOrd="0" presId="urn:microsoft.com/office/officeart/2005/8/layout/vList5"/>
    <dgm:cxn modelId="{31C11E63-8093-4B03-BDA4-368DFF059A38}" srcId="{BC1973D2-016F-4B5A-BA54-3755093769CE}" destId="{B63419A7-C03E-4EAE-83E9-51BF49749072}" srcOrd="0" destOrd="0" parTransId="{3A6B9491-306A-4BBB-B19E-D393426CBA89}" sibTransId="{2E8615D4-681D-45FC-A7B7-F3BFA4F7791B}"/>
    <dgm:cxn modelId="{A9229C45-8A84-AC49-9182-B2D8A5BF556D}" type="presOf" srcId="{24C68154-E071-47B5-92AD-8E2914A6BAED}" destId="{3D0D0D55-05A2-BE49-8064-3B34DD9B31F3}" srcOrd="0" destOrd="0" presId="urn:microsoft.com/office/officeart/2005/8/layout/vList5"/>
    <dgm:cxn modelId="{A617D46D-DFF1-4874-A4C9-C174F6D10196}" srcId="{BC1973D2-016F-4B5A-BA54-3755093769CE}" destId="{E0221693-1749-439D-ADCA-9BD3F8199A2D}" srcOrd="1" destOrd="0" parTransId="{90B2815E-9674-4C88-BA80-5CE1E519E78A}" sibTransId="{302C0EC5-E355-4351-866D-13F0A1BD222F}"/>
    <dgm:cxn modelId="{9C560B72-E99A-AF43-8D9A-16B3182B202B}" type="presOf" srcId="{8568F175-CAF3-4324-85EB-0B095CCF2703}" destId="{7BAE7B2A-C344-AE45-98E2-4213E7414C04}" srcOrd="0" destOrd="0" presId="urn:microsoft.com/office/officeart/2005/8/layout/vList5"/>
    <dgm:cxn modelId="{9122E792-618B-411C-A8DB-DAB7AE77DA13}" srcId="{8568F175-CAF3-4324-85EB-0B095CCF2703}" destId="{24C68154-E071-47B5-92AD-8E2914A6BAED}" srcOrd="0" destOrd="0" parTransId="{ED52C6D9-26EF-4009-9342-C53AC08B8C64}" sibTransId="{B561E5F0-C98E-4BA8-8151-E19AB7DF2E8D}"/>
    <dgm:cxn modelId="{96A39EA2-CF5E-EA42-86AE-4709EF70E47D}" type="presOf" srcId="{E0221693-1749-439D-ADCA-9BD3F8199A2D}" destId="{F77889E6-D81D-244C-864E-DA411987F173}" srcOrd="0" destOrd="1" presId="urn:microsoft.com/office/officeart/2005/8/layout/vList5"/>
    <dgm:cxn modelId="{094AD7BE-1592-49AE-980B-C3926B78CD7D}" srcId="{8568F175-CAF3-4324-85EB-0B095CCF2703}" destId="{0ECF6EAA-70A2-43E5-9BD4-6A049083AF1F}" srcOrd="1" destOrd="0" parTransId="{605659AC-46EF-471A-A982-F6F311C29E1C}" sibTransId="{872A147B-0EB3-4743-B9F0-80A6CEA18CC8}"/>
    <dgm:cxn modelId="{0C1B26CC-EF02-8042-9B01-F2821055791B}" type="presOf" srcId="{0ECF6EAA-70A2-43E5-9BD4-6A049083AF1F}" destId="{3D0D0D55-05A2-BE49-8064-3B34DD9B31F3}" srcOrd="0" destOrd="1" presId="urn:microsoft.com/office/officeart/2005/8/layout/vList5"/>
    <dgm:cxn modelId="{AA44F0E1-E81F-4DC6-B5CB-9217B6334A5A}" srcId="{696AD4E4-DAE6-4D75-80ED-63B8F06BBEDA}" destId="{BC1973D2-016F-4B5A-BA54-3755093769CE}" srcOrd="1" destOrd="0" parTransId="{900531D4-1A0E-4A04-B817-0CCDD36B8A1B}" sibTransId="{7727956E-C891-407A-AD3D-D877C77E52A2}"/>
    <dgm:cxn modelId="{C59567E2-3398-4F0A-B301-3187D94AE1F0}" srcId="{696AD4E4-DAE6-4D75-80ED-63B8F06BBEDA}" destId="{8568F175-CAF3-4324-85EB-0B095CCF2703}" srcOrd="0" destOrd="0" parTransId="{3C194349-2B03-42FB-B863-9EBC7E196123}" sibTransId="{E4B06061-89D4-41E9-A1E1-6E7F2BCA0436}"/>
    <dgm:cxn modelId="{D0770B06-B0AD-E943-8CE1-9C072CE4C797}" type="presParOf" srcId="{C206B019-A916-D541-9806-7DB3F1361031}" destId="{00A714B4-3A41-1144-85F4-98337BA3AE45}" srcOrd="0" destOrd="0" presId="urn:microsoft.com/office/officeart/2005/8/layout/vList5"/>
    <dgm:cxn modelId="{B5B372C4-D432-3A4C-B9EA-F5862CF6508D}" type="presParOf" srcId="{00A714B4-3A41-1144-85F4-98337BA3AE45}" destId="{7BAE7B2A-C344-AE45-98E2-4213E7414C04}" srcOrd="0" destOrd="0" presId="urn:microsoft.com/office/officeart/2005/8/layout/vList5"/>
    <dgm:cxn modelId="{34C6FB20-DB10-064C-B055-9602D90A5063}" type="presParOf" srcId="{00A714B4-3A41-1144-85F4-98337BA3AE45}" destId="{3D0D0D55-05A2-BE49-8064-3B34DD9B31F3}" srcOrd="1" destOrd="0" presId="urn:microsoft.com/office/officeart/2005/8/layout/vList5"/>
    <dgm:cxn modelId="{009BAF40-D204-F146-B256-ED5EF6DFD9BF}" type="presParOf" srcId="{C206B019-A916-D541-9806-7DB3F1361031}" destId="{6942E5C7-F74D-8A47-9548-273EEF5E3A68}" srcOrd="1" destOrd="0" presId="urn:microsoft.com/office/officeart/2005/8/layout/vList5"/>
    <dgm:cxn modelId="{EA6E0394-8D9F-9241-A853-EACD58748970}" type="presParOf" srcId="{C206B019-A916-D541-9806-7DB3F1361031}" destId="{26423215-DA09-D042-8214-A3E60DA1D7B1}" srcOrd="2" destOrd="0" presId="urn:microsoft.com/office/officeart/2005/8/layout/vList5"/>
    <dgm:cxn modelId="{613B5FE3-BA6A-0A4C-AC14-0BD97A38D62E}" type="presParOf" srcId="{26423215-DA09-D042-8214-A3E60DA1D7B1}" destId="{E4F11BF9-8C03-024B-9049-56E209EE4673}" srcOrd="0" destOrd="0" presId="urn:microsoft.com/office/officeart/2005/8/layout/vList5"/>
    <dgm:cxn modelId="{52F79A2B-40F3-FC40-9060-C0BAC975232F}" type="presParOf" srcId="{26423215-DA09-D042-8214-A3E60DA1D7B1}" destId="{F77889E6-D81D-244C-864E-DA411987F17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C2C300D-F773-4EFC-A211-EE7D8EE0DD8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2AC21EA-1152-4B7A-9F36-AF2422E9C0E6}">
      <dgm:prSet/>
      <dgm:spPr/>
      <dgm:t>
        <a:bodyPr/>
        <a:lstStyle/>
        <a:p>
          <a:r>
            <a:rPr lang="en-US"/>
            <a:t>Adults: dysphagia &amp; food impaction</a:t>
          </a:r>
        </a:p>
      </dgm:t>
    </dgm:pt>
    <dgm:pt modelId="{3A20C564-940B-4464-B47D-0C1D54ADC402}" type="parTrans" cxnId="{E05EF6F1-E1DD-4AD7-9465-7BB822C2CD34}">
      <dgm:prSet/>
      <dgm:spPr/>
      <dgm:t>
        <a:bodyPr/>
        <a:lstStyle/>
        <a:p>
          <a:endParaRPr lang="en-US"/>
        </a:p>
      </dgm:t>
    </dgm:pt>
    <dgm:pt modelId="{264A2EDC-657B-426F-A900-983000A390BF}" type="sibTrans" cxnId="{E05EF6F1-E1DD-4AD7-9465-7BB822C2CD34}">
      <dgm:prSet/>
      <dgm:spPr/>
      <dgm:t>
        <a:bodyPr/>
        <a:lstStyle/>
        <a:p>
          <a:endParaRPr lang="en-US"/>
        </a:p>
      </dgm:t>
    </dgm:pt>
    <dgm:pt modelId="{E17ACF46-9F41-489D-955D-599366377B26}">
      <dgm:prSet/>
      <dgm:spPr/>
      <dgm:t>
        <a:bodyPr/>
        <a:lstStyle/>
        <a:p>
          <a:r>
            <a:rPr lang="en-US"/>
            <a:t>Children: feeding difficulty, vomiting, abd pain, poor growth</a:t>
          </a:r>
        </a:p>
      </dgm:t>
    </dgm:pt>
    <dgm:pt modelId="{5527ACF2-AF1F-4A9B-9808-08A85E262712}" type="parTrans" cxnId="{9261B45C-8160-4946-8B14-5A832800F969}">
      <dgm:prSet/>
      <dgm:spPr/>
      <dgm:t>
        <a:bodyPr/>
        <a:lstStyle/>
        <a:p>
          <a:endParaRPr lang="en-US"/>
        </a:p>
      </dgm:t>
    </dgm:pt>
    <dgm:pt modelId="{2DE693B3-9B96-4737-B626-CF37F9AC8FF3}" type="sibTrans" cxnId="{9261B45C-8160-4946-8B14-5A832800F969}">
      <dgm:prSet/>
      <dgm:spPr/>
      <dgm:t>
        <a:bodyPr/>
        <a:lstStyle/>
        <a:p>
          <a:endParaRPr lang="en-US"/>
        </a:p>
      </dgm:t>
    </dgm:pt>
    <dgm:pt modelId="{8B57F71A-345F-44D4-B8FE-6A68CCA9C8B3}">
      <dgm:prSet/>
      <dgm:spPr/>
      <dgm:t>
        <a:bodyPr/>
        <a:lstStyle/>
        <a:p>
          <a:r>
            <a:rPr lang="en-US"/>
            <a:t>Atopic disease is common!</a:t>
          </a:r>
        </a:p>
      </dgm:t>
    </dgm:pt>
    <dgm:pt modelId="{E4E9DC54-6963-4111-B7CE-B1974B36A5A2}" type="parTrans" cxnId="{06575A66-C5C6-4E53-B6C4-A883B548B16D}">
      <dgm:prSet/>
      <dgm:spPr/>
      <dgm:t>
        <a:bodyPr/>
        <a:lstStyle/>
        <a:p>
          <a:endParaRPr lang="en-US"/>
        </a:p>
      </dgm:t>
    </dgm:pt>
    <dgm:pt modelId="{B04D34A6-F72E-4FED-8E00-4DB1CAE1B8CA}" type="sibTrans" cxnId="{06575A66-C5C6-4E53-B6C4-A883B548B16D}">
      <dgm:prSet/>
      <dgm:spPr/>
      <dgm:t>
        <a:bodyPr/>
        <a:lstStyle/>
        <a:p>
          <a:endParaRPr lang="en-US"/>
        </a:p>
      </dgm:t>
    </dgm:pt>
    <dgm:pt modelId="{67103340-7E5E-3945-8E7E-F848699AD5A4}" type="pres">
      <dgm:prSet presAssocID="{AC2C300D-F773-4EFC-A211-EE7D8EE0DD8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9BBE2B4-7D08-134A-A909-569784535CDA}" type="pres">
      <dgm:prSet presAssocID="{62AC21EA-1152-4B7A-9F36-AF2422E9C0E6}" presName="hierRoot1" presStyleCnt="0"/>
      <dgm:spPr/>
    </dgm:pt>
    <dgm:pt modelId="{1A83D987-90F3-4748-8A52-DA19A5254B4F}" type="pres">
      <dgm:prSet presAssocID="{62AC21EA-1152-4B7A-9F36-AF2422E9C0E6}" presName="composite" presStyleCnt="0"/>
      <dgm:spPr/>
    </dgm:pt>
    <dgm:pt modelId="{D1F2CC84-4519-3646-A899-4DE9223E5990}" type="pres">
      <dgm:prSet presAssocID="{62AC21EA-1152-4B7A-9F36-AF2422E9C0E6}" presName="background" presStyleLbl="node0" presStyleIdx="0" presStyleCnt="2"/>
      <dgm:spPr/>
    </dgm:pt>
    <dgm:pt modelId="{7D938A90-2F6C-EA4C-9AC5-BB449A17EDD3}" type="pres">
      <dgm:prSet presAssocID="{62AC21EA-1152-4B7A-9F36-AF2422E9C0E6}" presName="text" presStyleLbl="fgAcc0" presStyleIdx="0" presStyleCnt="2">
        <dgm:presLayoutVars>
          <dgm:chPref val="3"/>
        </dgm:presLayoutVars>
      </dgm:prSet>
      <dgm:spPr/>
    </dgm:pt>
    <dgm:pt modelId="{130CD7AE-B672-0941-82B3-C9842230C01E}" type="pres">
      <dgm:prSet presAssocID="{62AC21EA-1152-4B7A-9F36-AF2422E9C0E6}" presName="hierChild2" presStyleCnt="0"/>
      <dgm:spPr/>
    </dgm:pt>
    <dgm:pt modelId="{9261C35D-E489-2340-846B-1732A8775CB4}" type="pres">
      <dgm:prSet presAssocID="{E17ACF46-9F41-489D-955D-599366377B26}" presName="hierRoot1" presStyleCnt="0"/>
      <dgm:spPr/>
    </dgm:pt>
    <dgm:pt modelId="{4BD0F21C-6566-1545-8ED5-3DBD0C517060}" type="pres">
      <dgm:prSet presAssocID="{E17ACF46-9F41-489D-955D-599366377B26}" presName="composite" presStyleCnt="0"/>
      <dgm:spPr/>
    </dgm:pt>
    <dgm:pt modelId="{9D3939AE-05F0-1A49-A054-AC2EDE13CBEA}" type="pres">
      <dgm:prSet presAssocID="{E17ACF46-9F41-489D-955D-599366377B26}" presName="background" presStyleLbl="node0" presStyleIdx="1" presStyleCnt="2"/>
      <dgm:spPr/>
    </dgm:pt>
    <dgm:pt modelId="{30FDBDE2-29A2-5C46-BF0E-1F4FA030B983}" type="pres">
      <dgm:prSet presAssocID="{E17ACF46-9F41-489D-955D-599366377B26}" presName="text" presStyleLbl="fgAcc0" presStyleIdx="1" presStyleCnt="2">
        <dgm:presLayoutVars>
          <dgm:chPref val="3"/>
        </dgm:presLayoutVars>
      </dgm:prSet>
      <dgm:spPr/>
    </dgm:pt>
    <dgm:pt modelId="{1DA18169-8FB1-DE41-B12A-42E58688B304}" type="pres">
      <dgm:prSet presAssocID="{E17ACF46-9F41-489D-955D-599366377B26}" presName="hierChild2" presStyleCnt="0"/>
      <dgm:spPr/>
    </dgm:pt>
    <dgm:pt modelId="{FCCFA7F0-0376-404F-8827-6BEAC9B8BE54}" type="pres">
      <dgm:prSet presAssocID="{E4E9DC54-6963-4111-B7CE-B1974B36A5A2}" presName="Name10" presStyleLbl="parChTrans1D2" presStyleIdx="0" presStyleCnt="1"/>
      <dgm:spPr/>
    </dgm:pt>
    <dgm:pt modelId="{F432A69C-706F-0845-B288-A408CDC70FA6}" type="pres">
      <dgm:prSet presAssocID="{8B57F71A-345F-44D4-B8FE-6A68CCA9C8B3}" presName="hierRoot2" presStyleCnt="0"/>
      <dgm:spPr/>
    </dgm:pt>
    <dgm:pt modelId="{C171ED93-B14E-D34F-BAFC-27591BCDFFE2}" type="pres">
      <dgm:prSet presAssocID="{8B57F71A-345F-44D4-B8FE-6A68CCA9C8B3}" presName="composite2" presStyleCnt="0"/>
      <dgm:spPr/>
    </dgm:pt>
    <dgm:pt modelId="{0BEF2ACA-92B0-214F-8A0A-2BFFF658A868}" type="pres">
      <dgm:prSet presAssocID="{8B57F71A-345F-44D4-B8FE-6A68CCA9C8B3}" presName="background2" presStyleLbl="node2" presStyleIdx="0" presStyleCnt="1"/>
      <dgm:spPr/>
    </dgm:pt>
    <dgm:pt modelId="{037EA6DE-2830-934A-B9AC-6B61B55398E4}" type="pres">
      <dgm:prSet presAssocID="{8B57F71A-345F-44D4-B8FE-6A68CCA9C8B3}" presName="text2" presStyleLbl="fgAcc2" presStyleIdx="0" presStyleCnt="1">
        <dgm:presLayoutVars>
          <dgm:chPref val="3"/>
        </dgm:presLayoutVars>
      </dgm:prSet>
      <dgm:spPr/>
    </dgm:pt>
    <dgm:pt modelId="{9D1721D2-BF91-F142-BBFD-D7D040BC4253}" type="pres">
      <dgm:prSet presAssocID="{8B57F71A-345F-44D4-B8FE-6A68CCA9C8B3}" presName="hierChild3" presStyleCnt="0"/>
      <dgm:spPr/>
    </dgm:pt>
  </dgm:ptLst>
  <dgm:cxnLst>
    <dgm:cxn modelId="{3D1A610F-73BF-F34D-9FEC-DC2FC2B87887}" type="presOf" srcId="{62AC21EA-1152-4B7A-9F36-AF2422E9C0E6}" destId="{7D938A90-2F6C-EA4C-9AC5-BB449A17EDD3}" srcOrd="0" destOrd="0" presId="urn:microsoft.com/office/officeart/2005/8/layout/hierarchy1"/>
    <dgm:cxn modelId="{4F38DD3A-BC13-CC4D-AFEF-337B97976010}" type="presOf" srcId="{E4E9DC54-6963-4111-B7CE-B1974B36A5A2}" destId="{FCCFA7F0-0376-404F-8827-6BEAC9B8BE54}" srcOrd="0" destOrd="0" presId="urn:microsoft.com/office/officeart/2005/8/layout/hierarchy1"/>
    <dgm:cxn modelId="{9261B45C-8160-4946-8B14-5A832800F969}" srcId="{AC2C300D-F773-4EFC-A211-EE7D8EE0DD87}" destId="{E17ACF46-9F41-489D-955D-599366377B26}" srcOrd="1" destOrd="0" parTransId="{5527ACF2-AF1F-4A9B-9808-08A85E262712}" sibTransId="{2DE693B3-9B96-4737-B626-CF37F9AC8FF3}"/>
    <dgm:cxn modelId="{AFD11B61-8757-B64C-B34B-FC9448EEECFB}" type="presOf" srcId="{E17ACF46-9F41-489D-955D-599366377B26}" destId="{30FDBDE2-29A2-5C46-BF0E-1F4FA030B983}" srcOrd="0" destOrd="0" presId="urn:microsoft.com/office/officeart/2005/8/layout/hierarchy1"/>
    <dgm:cxn modelId="{06575A66-C5C6-4E53-B6C4-A883B548B16D}" srcId="{E17ACF46-9F41-489D-955D-599366377B26}" destId="{8B57F71A-345F-44D4-B8FE-6A68CCA9C8B3}" srcOrd="0" destOrd="0" parTransId="{E4E9DC54-6963-4111-B7CE-B1974B36A5A2}" sibTransId="{B04D34A6-F72E-4FED-8E00-4DB1CAE1B8CA}"/>
    <dgm:cxn modelId="{BC5A7B48-4201-A045-B18E-3B1F37A6E5F9}" type="presOf" srcId="{AC2C300D-F773-4EFC-A211-EE7D8EE0DD87}" destId="{67103340-7E5E-3945-8E7E-F848699AD5A4}" srcOrd="0" destOrd="0" presId="urn:microsoft.com/office/officeart/2005/8/layout/hierarchy1"/>
    <dgm:cxn modelId="{30AE17C7-74FF-6B4F-A7A5-164FE700C81D}" type="presOf" srcId="{8B57F71A-345F-44D4-B8FE-6A68CCA9C8B3}" destId="{037EA6DE-2830-934A-B9AC-6B61B55398E4}" srcOrd="0" destOrd="0" presId="urn:microsoft.com/office/officeart/2005/8/layout/hierarchy1"/>
    <dgm:cxn modelId="{E05EF6F1-E1DD-4AD7-9465-7BB822C2CD34}" srcId="{AC2C300D-F773-4EFC-A211-EE7D8EE0DD87}" destId="{62AC21EA-1152-4B7A-9F36-AF2422E9C0E6}" srcOrd="0" destOrd="0" parTransId="{3A20C564-940B-4464-B47D-0C1D54ADC402}" sibTransId="{264A2EDC-657B-426F-A900-983000A390BF}"/>
    <dgm:cxn modelId="{C107FD67-DB21-D248-A933-897C3F874F38}" type="presParOf" srcId="{67103340-7E5E-3945-8E7E-F848699AD5A4}" destId="{C9BBE2B4-7D08-134A-A909-569784535CDA}" srcOrd="0" destOrd="0" presId="urn:microsoft.com/office/officeart/2005/8/layout/hierarchy1"/>
    <dgm:cxn modelId="{45607F75-E8FD-F741-B8B2-1DB8645BFF11}" type="presParOf" srcId="{C9BBE2B4-7D08-134A-A909-569784535CDA}" destId="{1A83D987-90F3-4748-8A52-DA19A5254B4F}" srcOrd="0" destOrd="0" presId="urn:microsoft.com/office/officeart/2005/8/layout/hierarchy1"/>
    <dgm:cxn modelId="{4038EA77-445A-5549-B213-9FA6FC4A4BF5}" type="presParOf" srcId="{1A83D987-90F3-4748-8A52-DA19A5254B4F}" destId="{D1F2CC84-4519-3646-A899-4DE9223E5990}" srcOrd="0" destOrd="0" presId="urn:microsoft.com/office/officeart/2005/8/layout/hierarchy1"/>
    <dgm:cxn modelId="{00DC42E7-539A-FB44-A6FF-4D0976DBC73F}" type="presParOf" srcId="{1A83D987-90F3-4748-8A52-DA19A5254B4F}" destId="{7D938A90-2F6C-EA4C-9AC5-BB449A17EDD3}" srcOrd="1" destOrd="0" presId="urn:microsoft.com/office/officeart/2005/8/layout/hierarchy1"/>
    <dgm:cxn modelId="{67EEFC85-C36B-904E-B07C-67073D0D3A0B}" type="presParOf" srcId="{C9BBE2B4-7D08-134A-A909-569784535CDA}" destId="{130CD7AE-B672-0941-82B3-C9842230C01E}" srcOrd="1" destOrd="0" presId="urn:microsoft.com/office/officeart/2005/8/layout/hierarchy1"/>
    <dgm:cxn modelId="{7E7F42B4-CAE7-5E4C-9986-909FA312A6D9}" type="presParOf" srcId="{67103340-7E5E-3945-8E7E-F848699AD5A4}" destId="{9261C35D-E489-2340-846B-1732A8775CB4}" srcOrd="1" destOrd="0" presId="urn:microsoft.com/office/officeart/2005/8/layout/hierarchy1"/>
    <dgm:cxn modelId="{22A8F732-9D93-D643-9444-1F726DA78C5B}" type="presParOf" srcId="{9261C35D-E489-2340-846B-1732A8775CB4}" destId="{4BD0F21C-6566-1545-8ED5-3DBD0C517060}" srcOrd="0" destOrd="0" presId="urn:microsoft.com/office/officeart/2005/8/layout/hierarchy1"/>
    <dgm:cxn modelId="{0D6991E9-977F-7046-8430-7DBD8D2C07F8}" type="presParOf" srcId="{4BD0F21C-6566-1545-8ED5-3DBD0C517060}" destId="{9D3939AE-05F0-1A49-A054-AC2EDE13CBEA}" srcOrd="0" destOrd="0" presId="urn:microsoft.com/office/officeart/2005/8/layout/hierarchy1"/>
    <dgm:cxn modelId="{8A64C697-3099-284D-B011-95D5E3355132}" type="presParOf" srcId="{4BD0F21C-6566-1545-8ED5-3DBD0C517060}" destId="{30FDBDE2-29A2-5C46-BF0E-1F4FA030B983}" srcOrd="1" destOrd="0" presId="urn:microsoft.com/office/officeart/2005/8/layout/hierarchy1"/>
    <dgm:cxn modelId="{419CE9D2-CDBA-FB47-92AF-D1E717FB7D76}" type="presParOf" srcId="{9261C35D-E489-2340-846B-1732A8775CB4}" destId="{1DA18169-8FB1-DE41-B12A-42E58688B304}" srcOrd="1" destOrd="0" presId="urn:microsoft.com/office/officeart/2005/8/layout/hierarchy1"/>
    <dgm:cxn modelId="{E25B7DDF-5D4F-FB48-8933-656C53C31950}" type="presParOf" srcId="{1DA18169-8FB1-DE41-B12A-42E58688B304}" destId="{FCCFA7F0-0376-404F-8827-6BEAC9B8BE54}" srcOrd="0" destOrd="0" presId="urn:microsoft.com/office/officeart/2005/8/layout/hierarchy1"/>
    <dgm:cxn modelId="{4F388F68-303D-6343-B68E-86A377B8DF23}" type="presParOf" srcId="{1DA18169-8FB1-DE41-B12A-42E58688B304}" destId="{F432A69C-706F-0845-B288-A408CDC70FA6}" srcOrd="1" destOrd="0" presId="urn:microsoft.com/office/officeart/2005/8/layout/hierarchy1"/>
    <dgm:cxn modelId="{26AFE393-AD77-C94B-9FBA-2C2035774437}" type="presParOf" srcId="{F432A69C-706F-0845-B288-A408CDC70FA6}" destId="{C171ED93-B14E-D34F-BAFC-27591BCDFFE2}" srcOrd="0" destOrd="0" presId="urn:microsoft.com/office/officeart/2005/8/layout/hierarchy1"/>
    <dgm:cxn modelId="{36202E56-BA04-844D-8DE2-07889F46165E}" type="presParOf" srcId="{C171ED93-B14E-D34F-BAFC-27591BCDFFE2}" destId="{0BEF2ACA-92B0-214F-8A0A-2BFFF658A868}" srcOrd="0" destOrd="0" presId="urn:microsoft.com/office/officeart/2005/8/layout/hierarchy1"/>
    <dgm:cxn modelId="{990D560B-C0B9-F142-828B-2CF5A3ED7EF3}" type="presParOf" srcId="{C171ED93-B14E-D34F-BAFC-27591BCDFFE2}" destId="{037EA6DE-2830-934A-B9AC-6B61B55398E4}" srcOrd="1" destOrd="0" presId="urn:microsoft.com/office/officeart/2005/8/layout/hierarchy1"/>
    <dgm:cxn modelId="{471565E3-4D05-0949-BEEB-4B2052EBA8EE}" type="presParOf" srcId="{F432A69C-706F-0845-B288-A408CDC70FA6}" destId="{9D1721D2-BF91-F142-BBFD-D7D040BC425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508A755-471D-4C55-A9B6-A93DCB5BCDC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5262658-1E95-4E72-9580-5B7876C59E69}">
      <dgm:prSet/>
      <dgm:spPr/>
      <dgm:t>
        <a:bodyPr/>
        <a:lstStyle/>
        <a:p>
          <a:r>
            <a:rPr lang="en-US"/>
            <a:t>PPI</a:t>
          </a:r>
        </a:p>
      </dgm:t>
    </dgm:pt>
    <dgm:pt modelId="{187C5BD1-92F9-4370-8637-D88733A7B6F4}" type="parTrans" cxnId="{471E477D-5AA2-4435-B7AF-DC8B092FA13B}">
      <dgm:prSet/>
      <dgm:spPr/>
      <dgm:t>
        <a:bodyPr/>
        <a:lstStyle/>
        <a:p>
          <a:endParaRPr lang="en-US"/>
        </a:p>
      </dgm:t>
    </dgm:pt>
    <dgm:pt modelId="{C0B75A77-F308-4ECC-B012-00EED6CF3F27}" type="sibTrans" cxnId="{471E477D-5AA2-4435-B7AF-DC8B092FA13B}">
      <dgm:prSet/>
      <dgm:spPr/>
      <dgm:t>
        <a:bodyPr/>
        <a:lstStyle/>
        <a:p>
          <a:endParaRPr lang="en-US"/>
        </a:p>
      </dgm:t>
    </dgm:pt>
    <dgm:pt modelId="{B946E3BE-DF3B-4E7D-9237-B47A551EFC6A}">
      <dgm:prSet/>
      <dgm:spPr/>
      <dgm:t>
        <a:bodyPr/>
        <a:lstStyle/>
        <a:p>
          <a:r>
            <a:rPr lang="en-US"/>
            <a:t>Swallowed Steroids: </a:t>
          </a:r>
        </a:p>
      </dgm:t>
    </dgm:pt>
    <dgm:pt modelId="{A7EDFDB6-F75C-4253-A8C2-CC8F750ACDEE}" type="parTrans" cxnId="{07D2D2DE-FD7A-40E0-AFF1-911DDB0A585A}">
      <dgm:prSet/>
      <dgm:spPr/>
      <dgm:t>
        <a:bodyPr/>
        <a:lstStyle/>
        <a:p>
          <a:endParaRPr lang="en-US"/>
        </a:p>
      </dgm:t>
    </dgm:pt>
    <dgm:pt modelId="{19AE8585-0A5E-44FF-A358-6430420D10FB}" type="sibTrans" cxnId="{07D2D2DE-FD7A-40E0-AFF1-911DDB0A585A}">
      <dgm:prSet/>
      <dgm:spPr/>
      <dgm:t>
        <a:bodyPr/>
        <a:lstStyle/>
        <a:p>
          <a:endParaRPr lang="en-US"/>
        </a:p>
      </dgm:t>
    </dgm:pt>
    <dgm:pt modelId="{60B36102-ADA4-46A3-A148-B28E7F1ED787}">
      <dgm:prSet/>
      <dgm:spPr/>
      <dgm:t>
        <a:bodyPr/>
        <a:lstStyle/>
        <a:p>
          <a:r>
            <a:rPr lang="en-US"/>
            <a:t>Budesonide</a:t>
          </a:r>
        </a:p>
      </dgm:t>
    </dgm:pt>
    <dgm:pt modelId="{7B1D2809-25B4-4419-BF96-F0DD12EECBFC}" type="parTrans" cxnId="{37A60767-F24D-444B-AE77-02670C983D11}">
      <dgm:prSet/>
      <dgm:spPr/>
      <dgm:t>
        <a:bodyPr/>
        <a:lstStyle/>
        <a:p>
          <a:endParaRPr lang="en-US"/>
        </a:p>
      </dgm:t>
    </dgm:pt>
    <dgm:pt modelId="{13469589-2CC6-472C-9772-93AA0C56F029}" type="sibTrans" cxnId="{37A60767-F24D-444B-AE77-02670C983D11}">
      <dgm:prSet/>
      <dgm:spPr/>
      <dgm:t>
        <a:bodyPr/>
        <a:lstStyle/>
        <a:p>
          <a:endParaRPr lang="en-US"/>
        </a:p>
      </dgm:t>
    </dgm:pt>
    <dgm:pt modelId="{67937935-8409-4D0A-9BFE-F4E755C134F4}">
      <dgm:prSet/>
      <dgm:spPr/>
      <dgm:t>
        <a:bodyPr/>
        <a:lstStyle/>
        <a:p>
          <a:r>
            <a:rPr lang="en-US"/>
            <a:t>Fluticasone</a:t>
          </a:r>
        </a:p>
      </dgm:t>
    </dgm:pt>
    <dgm:pt modelId="{B4102C3B-3483-469E-829E-6100179114E0}" type="parTrans" cxnId="{D5A43930-1F09-4F07-95F2-F482A14C7965}">
      <dgm:prSet/>
      <dgm:spPr/>
      <dgm:t>
        <a:bodyPr/>
        <a:lstStyle/>
        <a:p>
          <a:endParaRPr lang="en-US"/>
        </a:p>
      </dgm:t>
    </dgm:pt>
    <dgm:pt modelId="{9F181930-F629-4D01-9C38-DB9730A7A0AA}" type="sibTrans" cxnId="{D5A43930-1F09-4F07-95F2-F482A14C7965}">
      <dgm:prSet/>
      <dgm:spPr/>
      <dgm:t>
        <a:bodyPr/>
        <a:lstStyle/>
        <a:p>
          <a:endParaRPr lang="en-US"/>
        </a:p>
      </dgm:t>
    </dgm:pt>
    <dgm:pt modelId="{DD59F1B5-3439-4988-A3BF-FC04B9E50903}">
      <dgm:prSet/>
      <dgm:spPr/>
      <dgm:t>
        <a:bodyPr/>
        <a:lstStyle/>
        <a:p>
          <a:r>
            <a:rPr lang="en-US"/>
            <a:t>Food-elimination diet:</a:t>
          </a:r>
        </a:p>
      </dgm:t>
    </dgm:pt>
    <dgm:pt modelId="{8E5C7415-4328-42F0-91B5-73953D9E5471}" type="parTrans" cxnId="{35F0E031-A29A-4B6A-9115-9968759F1CAF}">
      <dgm:prSet/>
      <dgm:spPr/>
      <dgm:t>
        <a:bodyPr/>
        <a:lstStyle/>
        <a:p>
          <a:endParaRPr lang="en-US"/>
        </a:p>
      </dgm:t>
    </dgm:pt>
    <dgm:pt modelId="{99BE0AC5-DF47-41F2-9A10-0092F25279D3}" type="sibTrans" cxnId="{35F0E031-A29A-4B6A-9115-9968759F1CAF}">
      <dgm:prSet/>
      <dgm:spPr/>
      <dgm:t>
        <a:bodyPr/>
        <a:lstStyle/>
        <a:p>
          <a:endParaRPr lang="en-US"/>
        </a:p>
      </dgm:t>
    </dgm:pt>
    <dgm:pt modelId="{90BC5270-EA47-4EB7-8088-60018253EE59}">
      <dgm:prSet/>
      <dgm:spPr/>
      <dgm:t>
        <a:bodyPr/>
        <a:lstStyle/>
        <a:p>
          <a:r>
            <a:rPr lang="en-US"/>
            <a:t>Start w/ 1-2 restrictions to identify</a:t>
          </a:r>
        </a:p>
      </dgm:t>
    </dgm:pt>
    <dgm:pt modelId="{69B0F373-B140-428B-8E1F-08EA56A05BED}" type="parTrans" cxnId="{2CCEF824-681E-4E78-9DA9-63F8B0E9079E}">
      <dgm:prSet/>
      <dgm:spPr/>
      <dgm:t>
        <a:bodyPr/>
        <a:lstStyle/>
        <a:p>
          <a:endParaRPr lang="en-US"/>
        </a:p>
      </dgm:t>
    </dgm:pt>
    <dgm:pt modelId="{67868500-683E-4BE6-89C5-9D2F59A8B43F}" type="sibTrans" cxnId="{2CCEF824-681E-4E78-9DA9-63F8B0E9079E}">
      <dgm:prSet/>
      <dgm:spPr/>
      <dgm:t>
        <a:bodyPr/>
        <a:lstStyle/>
        <a:p>
          <a:endParaRPr lang="en-US"/>
        </a:p>
      </dgm:t>
    </dgm:pt>
    <dgm:pt modelId="{6C87C4E1-A9C7-4AA4-BDF7-26EEFD951CE2}">
      <dgm:prSet/>
      <dgm:spPr/>
      <dgm:t>
        <a:bodyPr/>
        <a:lstStyle/>
        <a:p>
          <a:r>
            <a:rPr lang="en-US"/>
            <a:t>Treatment resistant disease: Dupilumab</a:t>
          </a:r>
        </a:p>
      </dgm:t>
    </dgm:pt>
    <dgm:pt modelId="{9E3F40F3-2B63-4244-BE00-8182BAEA4144}" type="parTrans" cxnId="{911D4651-3769-4879-874D-3DDC7975293A}">
      <dgm:prSet/>
      <dgm:spPr/>
      <dgm:t>
        <a:bodyPr/>
        <a:lstStyle/>
        <a:p>
          <a:endParaRPr lang="en-US"/>
        </a:p>
      </dgm:t>
    </dgm:pt>
    <dgm:pt modelId="{1A8F81D9-0B04-4517-A812-85B9689B484E}" type="sibTrans" cxnId="{911D4651-3769-4879-874D-3DDC7975293A}">
      <dgm:prSet/>
      <dgm:spPr/>
      <dgm:t>
        <a:bodyPr/>
        <a:lstStyle/>
        <a:p>
          <a:endParaRPr lang="en-US"/>
        </a:p>
      </dgm:t>
    </dgm:pt>
    <dgm:pt modelId="{84EA837C-B784-4BAE-A421-E4DF7B91A7F4}">
      <dgm:prSet/>
      <dgm:spPr/>
      <dgm:t>
        <a:bodyPr/>
        <a:lstStyle/>
        <a:p>
          <a:r>
            <a:rPr lang="en-US"/>
            <a:t>If +strictures/narrowing: endoscopic dilation </a:t>
          </a:r>
        </a:p>
      </dgm:t>
    </dgm:pt>
    <dgm:pt modelId="{E2B6D033-D401-43B1-A4FF-C1C14DD3BA86}" type="parTrans" cxnId="{09535F5E-D751-4333-82F7-7F28F921C9EE}">
      <dgm:prSet/>
      <dgm:spPr/>
      <dgm:t>
        <a:bodyPr/>
        <a:lstStyle/>
        <a:p>
          <a:endParaRPr lang="en-US"/>
        </a:p>
      </dgm:t>
    </dgm:pt>
    <dgm:pt modelId="{DE95F959-B19C-484F-8AC7-4EFD10D95C8F}" type="sibTrans" cxnId="{09535F5E-D751-4333-82F7-7F28F921C9EE}">
      <dgm:prSet/>
      <dgm:spPr/>
      <dgm:t>
        <a:bodyPr/>
        <a:lstStyle/>
        <a:p>
          <a:endParaRPr lang="en-US"/>
        </a:p>
      </dgm:t>
    </dgm:pt>
    <dgm:pt modelId="{3C416E55-5661-A742-B093-6B3B7505F0B8}" type="pres">
      <dgm:prSet presAssocID="{D508A755-471D-4C55-A9B6-A93DCB5BCDCA}" presName="linear" presStyleCnt="0">
        <dgm:presLayoutVars>
          <dgm:animLvl val="lvl"/>
          <dgm:resizeHandles val="exact"/>
        </dgm:presLayoutVars>
      </dgm:prSet>
      <dgm:spPr/>
    </dgm:pt>
    <dgm:pt modelId="{1DE79EB7-C566-7D43-B1B0-6CCEC4C358F7}" type="pres">
      <dgm:prSet presAssocID="{35262658-1E95-4E72-9580-5B7876C59E6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8863928-1166-984E-8BE1-FD64DD104329}" type="pres">
      <dgm:prSet presAssocID="{C0B75A77-F308-4ECC-B012-00EED6CF3F27}" presName="spacer" presStyleCnt="0"/>
      <dgm:spPr/>
    </dgm:pt>
    <dgm:pt modelId="{17FCAC35-AB3D-6E47-AB40-0E3A35CBA6E1}" type="pres">
      <dgm:prSet presAssocID="{B946E3BE-DF3B-4E7D-9237-B47A551EFC6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141C1AD-D30E-CD4E-8C78-59DE3A62A888}" type="pres">
      <dgm:prSet presAssocID="{B946E3BE-DF3B-4E7D-9237-B47A551EFC6A}" presName="childText" presStyleLbl="revTx" presStyleIdx="0" presStyleCnt="2">
        <dgm:presLayoutVars>
          <dgm:bulletEnabled val="1"/>
        </dgm:presLayoutVars>
      </dgm:prSet>
      <dgm:spPr/>
    </dgm:pt>
    <dgm:pt modelId="{B719418D-1785-C343-9AB5-42AA80F866E5}" type="pres">
      <dgm:prSet presAssocID="{DD59F1B5-3439-4988-A3BF-FC04B9E5090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D13BFA0-D904-FF4F-BB5B-CD13BC263A76}" type="pres">
      <dgm:prSet presAssocID="{DD59F1B5-3439-4988-A3BF-FC04B9E50903}" presName="childText" presStyleLbl="revTx" presStyleIdx="1" presStyleCnt="2">
        <dgm:presLayoutVars>
          <dgm:bulletEnabled val="1"/>
        </dgm:presLayoutVars>
      </dgm:prSet>
      <dgm:spPr/>
    </dgm:pt>
    <dgm:pt modelId="{53E0F2B0-7499-B241-AF9D-24F5583F9245}" type="pres">
      <dgm:prSet presAssocID="{6C87C4E1-A9C7-4AA4-BDF7-26EEFD951CE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9AA8D03-0475-BC42-8D65-C6B9343CDE76}" type="pres">
      <dgm:prSet presAssocID="{1A8F81D9-0B04-4517-A812-85B9689B484E}" presName="spacer" presStyleCnt="0"/>
      <dgm:spPr/>
    </dgm:pt>
    <dgm:pt modelId="{6B5AEE0B-B77B-5D48-B790-D4688CEF5CD2}" type="pres">
      <dgm:prSet presAssocID="{84EA837C-B784-4BAE-A421-E4DF7B91A7F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751640B-91F7-B543-B47C-3F274BC77CF2}" type="presOf" srcId="{60B36102-ADA4-46A3-A148-B28E7F1ED787}" destId="{A141C1AD-D30E-CD4E-8C78-59DE3A62A888}" srcOrd="0" destOrd="0" presId="urn:microsoft.com/office/officeart/2005/8/layout/vList2"/>
    <dgm:cxn modelId="{2CCEF824-681E-4E78-9DA9-63F8B0E9079E}" srcId="{DD59F1B5-3439-4988-A3BF-FC04B9E50903}" destId="{90BC5270-EA47-4EB7-8088-60018253EE59}" srcOrd="0" destOrd="0" parTransId="{69B0F373-B140-428B-8E1F-08EA56A05BED}" sibTransId="{67868500-683E-4BE6-89C5-9D2F59A8B43F}"/>
    <dgm:cxn modelId="{D5A43930-1F09-4F07-95F2-F482A14C7965}" srcId="{B946E3BE-DF3B-4E7D-9237-B47A551EFC6A}" destId="{67937935-8409-4D0A-9BFE-F4E755C134F4}" srcOrd="1" destOrd="0" parTransId="{B4102C3B-3483-469E-829E-6100179114E0}" sibTransId="{9F181930-F629-4D01-9C38-DB9730A7A0AA}"/>
    <dgm:cxn modelId="{35F0E031-A29A-4B6A-9115-9968759F1CAF}" srcId="{D508A755-471D-4C55-A9B6-A93DCB5BCDCA}" destId="{DD59F1B5-3439-4988-A3BF-FC04B9E50903}" srcOrd="2" destOrd="0" parTransId="{8E5C7415-4328-42F0-91B5-73953D9E5471}" sibTransId="{99BE0AC5-DF47-41F2-9A10-0092F25279D3}"/>
    <dgm:cxn modelId="{09535F5E-D751-4333-82F7-7F28F921C9EE}" srcId="{D508A755-471D-4C55-A9B6-A93DCB5BCDCA}" destId="{84EA837C-B784-4BAE-A421-E4DF7B91A7F4}" srcOrd="4" destOrd="0" parTransId="{E2B6D033-D401-43B1-A4FF-C1C14DD3BA86}" sibTransId="{DE95F959-B19C-484F-8AC7-4EFD10D95C8F}"/>
    <dgm:cxn modelId="{37A60767-F24D-444B-AE77-02670C983D11}" srcId="{B946E3BE-DF3B-4E7D-9237-B47A551EFC6A}" destId="{60B36102-ADA4-46A3-A148-B28E7F1ED787}" srcOrd="0" destOrd="0" parTransId="{7B1D2809-25B4-4419-BF96-F0DD12EECBFC}" sibTransId="{13469589-2CC6-472C-9772-93AA0C56F029}"/>
    <dgm:cxn modelId="{5E9D8067-E638-7146-B7B2-36A0EEB70559}" type="presOf" srcId="{67937935-8409-4D0A-9BFE-F4E755C134F4}" destId="{A141C1AD-D30E-CD4E-8C78-59DE3A62A888}" srcOrd="0" destOrd="1" presId="urn:microsoft.com/office/officeart/2005/8/layout/vList2"/>
    <dgm:cxn modelId="{911D4651-3769-4879-874D-3DDC7975293A}" srcId="{D508A755-471D-4C55-A9B6-A93DCB5BCDCA}" destId="{6C87C4E1-A9C7-4AA4-BDF7-26EEFD951CE2}" srcOrd="3" destOrd="0" parTransId="{9E3F40F3-2B63-4244-BE00-8182BAEA4144}" sibTransId="{1A8F81D9-0B04-4517-A812-85B9689B484E}"/>
    <dgm:cxn modelId="{471E477D-5AA2-4435-B7AF-DC8B092FA13B}" srcId="{D508A755-471D-4C55-A9B6-A93DCB5BCDCA}" destId="{35262658-1E95-4E72-9580-5B7876C59E69}" srcOrd="0" destOrd="0" parTransId="{187C5BD1-92F9-4370-8637-D88733A7B6F4}" sibTransId="{C0B75A77-F308-4ECC-B012-00EED6CF3F27}"/>
    <dgm:cxn modelId="{ADC0137E-0A2B-9141-9DC2-967313759CD7}" type="presOf" srcId="{6C87C4E1-A9C7-4AA4-BDF7-26EEFD951CE2}" destId="{53E0F2B0-7499-B241-AF9D-24F5583F9245}" srcOrd="0" destOrd="0" presId="urn:microsoft.com/office/officeart/2005/8/layout/vList2"/>
    <dgm:cxn modelId="{C31B7481-B109-BD4D-8209-1DE90A15FECA}" type="presOf" srcId="{DD59F1B5-3439-4988-A3BF-FC04B9E50903}" destId="{B719418D-1785-C343-9AB5-42AA80F866E5}" srcOrd="0" destOrd="0" presId="urn:microsoft.com/office/officeart/2005/8/layout/vList2"/>
    <dgm:cxn modelId="{4C5D9991-9132-2C42-9F97-D13963B92FAA}" type="presOf" srcId="{90BC5270-EA47-4EB7-8088-60018253EE59}" destId="{AD13BFA0-D904-FF4F-BB5B-CD13BC263A76}" srcOrd="0" destOrd="0" presId="urn:microsoft.com/office/officeart/2005/8/layout/vList2"/>
    <dgm:cxn modelId="{910EE3AA-9B84-EB4C-B851-187B1601A839}" type="presOf" srcId="{84EA837C-B784-4BAE-A421-E4DF7B91A7F4}" destId="{6B5AEE0B-B77B-5D48-B790-D4688CEF5CD2}" srcOrd="0" destOrd="0" presId="urn:microsoft.com/office/officeart/2005/8/layout/vList2"/>
    <dgm:cxn modelId="{E99BCBB1-FE53-B646-A88A-8FE9B044E38F}" type="presOf" srcId="{D508A755-471D-4C55-A9B6-A93DCB5BCDCA}" destId="{3C416E55-5661-A742-B093-6B3B7505F0B8}" srcOrd="0" destOrd="0" presId="urn:microsoft.com/office/officeart/2005/8/layout/vList2"/>
    <dgm:cxn modelId="{E0AF1FCF-3870-8044-B480-2B7DB49F08F1}" type="presOf" srcId="{35262658-1E95-4E72-9580-5B7876C59E69}" destId="{1DE79EB7-C566-7D43-B1B0-6CCEC4C358F7}" srcOrd="0" destOrd="0" presId="urn:microsoft.com/office/officeart/2005/8/layout/vList2"/>
    <dgm:cxn modelId="{A6B567DE-85CA-0D40-AA2D-0D185DC42D39}" type="presOf" srcId="{B946E3BE-DF3B-4E7D-9237-B47A551EFC6A}" destId="{17FCAC35-AB3D-6E47-AB40-0E3A35CBA6E1}" srcOrd="0" destOrd="0" presId="urn:microsoft.com/office/officeart/2005/8/layout/vList2"/>
    <dgm:cxn modelId="{07D2D2DE-FD7A-40E0-AFF1-911DDB0A585A}" srcId="{D508A755-471D-4C55-A9B6-A93DCB5BCDCA}" destId="{B946E3BE-DF3B-4E7D-9237-B47A551EFC6A}" srcOrd="1" destOrd="0" parTransId="{A7EDFDB6-F75C-4253-A8C2-CC8F750ACDEE}" sibTransId="{19AE8585-0A5E-44FF-A358-6430420D10FB}"/>
    <dgm:cxn modelId="{B265F43A-D312-F641-A737-689B3201CF0E}" type="presParOf" srcId="{3C416E55-5661-A742-B093-6B3B7505F0B8}" destId="{1DE79EB7-C566-7D43-B1B0-6CCEC4C358F7}" srcOrd="0" destOrd="0" presId="urn:microsoft.com/office/officeart/2005/8/layout/vList2"/>
    <dgm:cxn modelId="{A17F8379-E578-414B-8C43-7719E69EF1D5}" type="presParOf" srcId="{3C416E55-5661-A742-B093-6B3B7505F0B8}" destId="{58863928-1166-984E-8BE1-FD64DD104329}" srcOrd="1" destOrd="0" presId="urn:microsoft.com/office/officeart/2005/8/layout/vList2"/>
    <dgm:cxn modelId="{9AA1C5A6-D3ED-3147-A2B9-C8A77A7DDBB1}" type="presParOf" srcId="{3C416E55-5661-A742-B093-6B3B7505F0B8}" destId="{17FCAC35-AB3D-6E47-AB40-0E3A35CBA6E1}" srcOrd="2" destOrd="0" presId="urn:microsoft.com/office/officeart/2005/8/layout/vList2"/>
    <dgm:cxn modelId="{6597E9E5-305B-FB45-81E5-3307D974BF4F}" type="presParOf" srcId="{3C416E55-5661-A742-B093-6B3B7505F0B8}" destId="{A141C1AD-D30E-CD4E-8C78-59DE3A62A888}" srcOrd="3" destOrd="0" presId="urn:microsoft.com/office/officeart/2005/8/layout/vList2"/>
    <dgm:cxn modelId="{AFA67B46-938D-DA43-B2F3-BAABF58959E3}" type="presParOf" srcId="{3C416E55-5661-A742-B093-6B3B7505F0B8}" destId="{B719418D-1785-C343-9AB5-42AA80F866E5}" srcOrd="4" destOrd="0" presId="urn:microsoft.com/office/officeart/2005/8/layout/vList2"/>
    <dgm:cxn modelId="{E5CBB872-4511-7942-852A-3CA3B6B9453C}" type="presParOf" srcId="{3C416E55-5661-A742-B093-6B3B7505F0B8}" destId="{AD13BFA0-D904-FF4F-BB5B-CD13BC263A76}" srcOrd="5" destOrd="0" presId="urn:microsoft.com/office/officeart/2005/8/layout/vList2"/>
    <dgm:cxn modelId="{C737909C-0A18-BA40-ACCD-F33CC0C82EC4}" type="presParOf" srcId="{3C416E55-5661-A742-B093-6B3B7505F0B8}" destId="{53E0F2B0-7499-B241-AF9D-24F5583F9245}" srcOrd="6" destOrd="0" presId="urn:microsoft.com/office/officeart/2005/8/layout/vList2"/>
    <dgm:cxn modelId="{A125E4B3-59BB-8E41-88F9-DAC31F8F73CA}" type="presParOf" srcId="{3C416E55-5661-A742-B093-6B3B7505F0B8}" destId="{99AA8D03-0475-BC42-8D65-C6B9343CDE76}" srcOrd="7" destOrd="0" presId="urn:microsoft.com/office/officeart/2005/8/layout/vList2"/>
    <dgm:cxn modelId="{CFD3B0B5-CA8A-BA4A-9A19-D87D0F77AC6A}" type="presParOf" srcId="{3C416E55-5661-A742-B093-6B3B7505F0B8}" destId="{6B5AEE0B-B77B-5D48-B790-D4688CEF5CD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E938CDF-70BF-4FBC-A94D-27F2BB35A635}" type="doc">
      <dgm:prSet loTypeId="urn:microsoft.com/office/officeart/2005/8/layout/list1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86CDFCAD-F961-4E91-B27C-3F4157D80343}">
      <dgm:prSet/>
      <dgm:spPr/>
      <dgm:t>
        <a:bodyPr/>
        <a:lstStyle/>
        <a:p>
          <a:r>
            <a:rPr lang="en-US"/>
            <a:t>Pathophysiology: </a:t>
          </a:r>
        </a:p>
      </dgm:t>
    </dgm:pt>
    <dgm:pt modelId="{5CF8A731-98BE-4FDB-A871-64B35ABD0FBB}" type="parTrans" cxnId="{7F453F4F-A9AF-4AF4-ACA0-94E47B97595B}">
      <dgm:prSet/>
      <dgm:spPr/>
      <dgm:t>
        <a:bodyPr/>
        <a:lstStyle/>
        <a:p>
          <a:endParaRPr lang="en-US"/>
        </a:p>
      </dgm:t>
    </dgm:pt>
    <dgm:pt modelId="{D6D2A01C-4825-4C85-8B5F-56EDAB5663EF}" type="sibTrans" cxnId="{7F453F4F-A9AF-4AF4-ACA0-94E47B97595B}">
      <dgm:prSet/>
      <dgm:spPr/>
      <dgm:t>
        <a:bodyPr/>
        <a:lstStyle/>
        <a:p>
          <a:endParaRPr lang="en-US"/>
        </a:p>
      </dgm:t>
    </dgm:pt>
    <dgm:pt modelId="{B881784B-62BF-478C-8321-5B2C86D8B9A1}">
      <dgm:prSet/>
      <dgm:spPr/>
      <dgm:t>
        <a:bodyPr/>
        <a:lstStyle/>
        <a:p>
          <a:r>
            <a:rPr lang="en-US"/>
            <a:t>Persistent epithelial injury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inflammation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fibroblasts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collagen remodeling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lumen progressively narrows</a:t>
          </a:r>
        </a:p>
      </dgm:t>
    </dgm:pt>
    <dgm:pt modelId="{B420D287-4687-49C2-9EA4-676AB8F4B58A}" type="parTrans" cxnId="{9176156E-8F64-430C-A0CF-D22847E6D667}">
      <dgm:prSet/>
      <dgm:spPr/>
      <dgm:t>
        <a:bodyPr/>
        <a:lstStyle/>
        <a:p>
          <a:endParaRPr lang="en-US"/>
        </a:p>
      </dgm:t>
    </dgm:pt>
    <dgm:pt modelId="{E2161474-6C43-44D6-9D7B-99A61DAB82B0}" type="sibTrans" cxnId="{9176156E-8F64-430C-A0CF-D22847E6D667}">
      <dgm:prSet/>
      <dgm:spPr/>
      <dgm:t>
        <a:bodyPr/>
        <a:lstStyle/>
        <a:p>
          <a:endParaRPr lang="en-US"/>
        </a:p>
      </dgm:t>
    </dgm:pt>
    <dgm:pt modelId="{880DE988-36B3-4622-B7D7-0EDB92C13030}">
      <dgm:prSet/>
      <dgm:spPr/>
      <dgm:t>
        <a:bodyPr/>
        <a:lstStyle/>
        <a:p>
          <a:r>
            <a:rPr lang="en-US"/>
            <a:t>Etiologies:</a:t>
          </a:r>
        </a:p>
      </dgm:t>
    </dgm:pt>
    <dgm:pt modelId="{AF1080FB-06F2-42F4-9DA4-E394FBD7EF5B}" type="parTrans" cxnId="{261DA80D-6FD1-44E4-AF6E-4044C860EB0A}">
      <dgm:prSet/>
      <dgm:spPr/>
      <dgm:t>
        <a:bodyPr/>
        <a:lstStyle/>
        <a:p>
          <a:endParaRPr lang="en-US"/>
        </a:p>
      </dgm:t>
    </dgm:pt>
    <dgm:pt modelId="{564D55C1-5020-41C7-B36C-5775317BC3F7}" type="sibTrans" cxnId="{261DA80D-6FD1-44E4-AF6E-4044C860EB0A}">
      <dgm:prSet/>
      <dgm:spPr/>
      <dgm:t>
        <a:bodyPr/>
        <a:lstStyle/>
        <a:p>
          <a:endParaRPr lang="en-US"/>
        </a:p>
      </dgm:t>
    </dgm:pt>
    <dgm:pt modelId="{C06FA436-FCD1-4267-8B91-8B4EE161153E}">
      <dgm:prSet/>
      <dgm:spPr/>
      <dgm:t>
        <a:bodyPr/>
        <a:lstStyle/>
        <a:p>
          <a:r>
            <a:rPr lang="en-US"/>
            <a:t>Chronic acid reflux</a:t>
          </a:r>
        </a:p>
      </dgm:t>
    </dgm:pt>
    <dgm:pt modelId="{9ECE7527-97DF-49F6-988E-0F631EB3B02B}" type="parTrans" cxnId="{53580B6D-09AD-4148-ABFF-07AA237BA615}">
      <dgm:prSet/>
      <dgm:spPr/>
      <dgm:t>
        <a:bodyPr/>
        <a:lstStyle/>
        <a:p>
          <a:endParaRPr lang="en-US"/>
        </a:p>
      </dgm:t>
    </dgm:pt>
    <dgm:pt modelId="{942E8D1C-FF7F-4DA2-A477-155FB59B3EE3}" type="sibTrans" cxnId="{53580B6D-09AD-4148-ABFF-07AA237BA615}">
      <dgm:prSet/>
      <dgm:spPr/>
      <dgm:t>
        <a:bodyPr/>
        <a:lstStyle/>
        <a:p>
          <a:endParaRPr lang="en-US"/>
        </a:p>
      </dgm:t>
    </dgm:pt>
    <dgm:pt modelId="{13C203B4-A176-443D-AB3A-06CDD3FE6C8F}">
      <dgm:prSet/>
      <dgm:spPr/>
      <dgm:t>
        <a:bodyPr/>
        <a:lstStyle/>
        <a:p>
          <a:r>
            <a:rPr lang="en-US"/>
            <a:t>EoE</a:t>
          </a:r>
        </a:p>
      </dgm:t>
    </dgm:pt>
    <dgm:pt modelId="{609AA718-0227-4D38-8B8F-A0CA7404F1D5}" type="parTrans" cxnId="{88381463-42C6-40B7-A8BC-1D52DD545CA8}">
      <dgm:prSet/>
      <dgm:spPr/>
      <dgm:t>
        <a:bodyPr/>
        <a:lstStyle/>
        <a:p>
          <a:endParaRPr lang="en-US"/>
        </a:p>
      </dgm:t>
    </dgm:pt>
    <dgm:pt modelId="{54377ED3-7DD4-4001-ABFD-0506E18015B9}" type="sibTrans" cxnId="{88381463-42C6-40B7-A8BC-1D52DD545CA8}">
      <dgm:prSet/>
      <dgm:spPr/>
      <dgm:t>
        <a:bodyPr/>
        <a:lstStyle/>
        <a:p>
          <a:endParaRPr lang="en-US"/>
        </a:p>
      </dgm:t>
    </dgm:pt>
    <dgm:pt modelId="{3A2CA74F-2E26-4940-9E2F-8FAD88ECB0E0}">
      <dgm:prSet/>
      <dgm:spPr/>
      <dgm:t>
        <a:bodyPr/>
        <a:lstStyle/>
        <a:p>
          <a:r>
            <a:rPr lang="en-US"/>
            <a:t>Radiation</a:t>
          </a:r>
        </a:p>
      </dgm:t>
    </dgm:pt>
    <dgm:pt modelId="{79A35914-1CCF-4737-8C9F-18497E923A49}" type="parTrans" cxnId="{378A2E39-5BA1-4B91-936C-28B5890AA490}">
      <dgm:prSet/>
      <dgm:spPr/>
      <dgm:t>
        <a:bodyPr/>
        <a:lstStyle/>
        <a:p>
          <a:endParaRPr lang="en-US"/>
        </a:p>
      </dgm:t>
    </dgm:pt>
    <dgm:pt modelId="{D0BCCD2D-4727-44A0-AE88-41A9F7EDA6C0}" type="sibTrans" cxnId="{378A2E39-5BA1-4B91-936C-28B5890AA490}">
      <dgm:prSet/>
      <dgm:spPr/>
      <dgm:t>
        <a:bodyPr/>
        <a:lstStyle/>
        <a:p>
          <a:endParaRPr lang="en-US"/>
        </a:p>
      </dgm:t>
    </dgm:pt>
    <dgm:pt modelId="{38ED1FAF-AF28-4DB5-B3D0-197EC626CAEC}">
      <dgm:prSet/>
      <dgm:spPr/>
      <dgm:t>
        <a:bodyPr/>
        <a:lstStyle/>
        <a:p>
          <a:r>
            <a:rPr lang="en-US"/>
            <a:t>Caustic ingestions</a:t>
          </a:r>
        </a:p>
      </dgm:t>
    </dgm:pt>
    <dgm:pt modelId="{A4C56418-8CA7-4A48-9CF1-010CDB24FD12}" type="parTrans" cxnId="{48F68691-D98D-443D-B76F-0202DCE200FB}">
      <dgm:prSet/>
      <dgm:spPr/>
      <dgm:t>
        <a:bodyPr/>
        <a:lstStyle/>
        <a:p>
          <a:endParaRPr lang="en-US"/>
        </a:p>
      </dgm:t>
    </dgm:pt>
    <dgm:pt modelId="{4176A570-E9A2-4170-8782-973F472D7B14}" type="sibTrans" cxnId="{48F68691-D98D-443D-B76F-0202DCE200FB}">
      <dgm:prSet/>
      <dgm:spPr/>
      <dgm:t>
        <a:bodyPr/>
        <a:lstStyle/>
        <a:p>
          <a:endParaRPr lang="en-US"/>
        </a:p>
      </dgm:t>
    </dgm:pt>
    <dgm:pt modelId="{52A83E6D-2217-4C8B-A80E-983E7AECD137}">
      <dgm:prSet/>
      <dgm:spPr/>
      <dgm:t>
        <a:bodyPr/>
        <a:lstStyle/>
        <a:p>
          <a:r>
            <a:rPr lang="en-US"/>
            <a:t>Medication injury</a:t>
          </a:r>
        </a:p>
      </dgm:t>
    </dgm:pt>
    <dgm:pt modelId="{130C195A-87E8-4CB2-933D-6873DB238744}" type="parTrans" cxnId="{0F978FF8-9709-4ABB-A687-3E9E9E7F3ACA}">
      <dgm:prSet/>
      <dgm:spPr/>
      <dgm:t>
        <a:bodyPr/>
        <a:lstStyle/>
        <a:p>
          <a:endParaRPr lang="en-US"/>
        </a:p>
      </dgm:t>
    </dgm:pt>
    <dgm:pt modelId="{3DC9A007-F619-49FC-A9CA-03FDEA29AFA4}" type="sibTrans" cxnId="{0F978FF8-9709-4ABB-A687-3E9E9E7F3ACA}">
      <dgm:prSet/>
      <dgm:spPr/>
      <dgm:t>
        <a:bodyPr/>
        <a:lstStyle/>
        <a:p>
          <a:endParaRPr lang="en-US"/>
        </a:p>
      </dgm:t>
    </dgm:pt>
    <dgm:pt modelId="{420896B2-2C89-4F62-BB87-41BF8E905081}">
      <dgm:prSet/>
      <dgm:spPr/>
      <dgm:t>
        <a:bodyPr/>
        <a:lstStyle/>
        <a:p>
          <a:r>
            <a:rPr lang="en-US"/>
            <a:t>Malignancy</a:t>
          </a:r>
        </a:p>
      </dgm:t>
    </dgm:pt>
    <dgm:pt modelId="{EF2BB4CC-5AE4-4B41-A148-CD7F40124B0B}" type="parTrans" cxnId="{8F8C3302-1A61-44A8-8888-A9F2C3D9C03F}">
      <dgm:prSet/>
      <dgm:spPr/>
      <dgm:t>
        <a:bodyPr/>
        <a:lstStyle/>
        <a:p>
          <a:endParaRPr lang="en-US"/>
        </a:p>
      </dgm:t>
    </dgm:pt>
    <dgm:pt modelId="{B611E2EE-48F3-46F1-AC0E-9760CF68C276}" type="sibTrans" cxnId="{8F8C3302-1A61-44A8-8888-A9F2C3D9C03F}">
      <dgm:prSet/>
      <dgm:spPr/>
      <dgm:t>
        <a:bodyPr/>
        <a:lstStyle/>
        <a:p>
          <a:endParaRPr lang="en-US"/>
        </a:p>
      </dgm:t>
    </dgm:pt>
    <dgm:pt modelId="{23D1AEB1-216F-F64C-AF4D-B9AAC1730C30}" type="pres">
      <dgm:prSet presAssocID="{5E938CDF-70BF-4FBC-A94D-27F2BB35A635}" presName="linear" presStyleCnt="0">
        <dgm:presLayoutVars>
          <dgm:dir/>
          <dgm:animLvl val="lvl"/>
          <dgm:resizeHandles val="exact"/>
        </dgm:presLayoutVars>
      </dgm:prSet>
      <dgm:spPr/>
    </dgm:pt>
    <dgm:pt modelId="{A9CC603F-D6FE-3148-B4FF-8625DBD85A7F}" type="pres">
      <dgm:prSet presAssocID="{86CDFCAD-F961-4E91-B27C-3F4157D80343}" presName="parentLin" presStyleCnt="0"/>
      <dgm:spPr/>
    </dgm:pt>
    <dgm:pt modelId="{CE2E6431-E38B-3A44-AB10-F90357996160}" type="pres">
      <dgm:prSet presAssocID="{86CDFCAD-F961-4E91-B27C-3F4157D80343}" presName="parentLeftMargin" presStyleLbl="node1" presStyleIdx="0" presStyleCnt="2"/>
      <dgm:spPr/>
    </dgm:pt>
    <dgm:pt modelId="{C8F5A47A-4E94-BB4E-AE7E-748C1EB71ADD}" type="pres">
      <dgm:prSet presAssocID="{86CDFCAD-F961-4E91-B27C-3F4157D8034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F3E7815-71A3-D94A-B0E0-A9360AB35C9B}" type="pres">
      <dgm:prSet presAssocID="{86CDFCAD-F961-4E91-B27C-3F4157D80343}" presName="negativeSpace" presStyleCnt="0"/>
      <dgm:spPr/>
    </dgm:pt>
    <dgm:pt modelId="{47531369-E7A5-3640-AB1C-1A624A4730F7}" type="pres">
      <dgm:prSet presAssocID="{86CDFCAD-F961-4E91-B27C-3F4157D80343}" presName="childText" presStyleLbl="conFgAcc1" presStyleIdx="0" presStyleCnt="2">
        <dgm:presLayoutVars>
          <dgm:bulletEnabled val="1"/>
        </dgm:presLayoutVars>
      </dgm:prSet>
      <dgm:spPr/>
    </dgm:pt>
    <dgm:pt modelId="{9F9E4FAD-8D46-0842-8753-E19C0EEF518F}" type="pres">
      <dgm:prSet presAssocID="{D6D2A01C-4825-4C85-8B5F-56EDAB5663EF}" presName="spaceBetweenRectangles" presStyleCnt="0"/>
      <dgm:spPr/>
    </dgm:pt>
    <dgm:pt modelId="{C5EE3A87-1134-F54D-ADF1-78E5F121521F}" type="pres">
      <dgm:prSet presAssocID="{880DE988-36B3-4622-B7D7-0EDB92C13030}" presName="parentLin" presStyleCnt="0"/>
      <dgm:spPr/>
    </dgm:pt>
    <dgm:pt modelId="{74FFE339-9E83-F24A-AC05-A5D10C1D6D93}" type="pres">
      <dgm:prSet presAssocID="{880DE988-36B3-4622-B7D7-0EDB92C13030}" presName="parentLeftMargin" presStyleLbl="node1" presStyleIdx="0" presStyleCnt="2"/>
      <dgm:spPr/>
    </dgm:pt>
    <dgm:pt modelId="{54F1F56D-FFCD-1A46-BE09-E17B33077E06}" type="pres">
      <dgm:prSet presAssocID="{880DE988-36B3-4622-B7D7-0EDB92C1303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1DBDACD-7CB5-C24D-950D-9E14A21B7115}" type="pres">
      <dgm:prSet presAssocID="{880DE988-36B3-4622-B7D7-0EDB92C13030}" presName="negativeSpace" presStyleCnt="0"/>
      <dgm:spPr/>
    </dgm:pt>
    <dgm:pt modelId="{36D9648D-CBFD-9E4A-B000-C6020CF76DA5}" type="pres">
      <dgm:prSet presAssocID="{880DE988-36B3-4622-B7D7-0EDB92C1303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F8C3302-1A61-44A8-8888-A9F2C3D9C03F}" srcId="{880DE988-36B3-4622-B7D7-0EDB92C13030}" destId="{420896B2-2C89-4F62-BB87-41BF8E905081}" srcOrd="5" destOrd="0" parTransId="{EF2BB4CC-5AE4-4B41-A148-CD7F40124B0B}" sibTransId="{B611E2EE-48F3-46F1-AC0E-9760CF68C276}"/>
    <dgm:cxn modelId="{261DA80D-6FD1-44E4-AF6E-4044C860EB0A}" srcId="{5E938CDF-70BF-4FBC-A94D-27F2BB35A635}" destId="{880DE988-36B3-4622-B7D7-0EDB92C13030}" srcOrd="1" destOrd="0" parTransId="{AF1080FB-06F2-42F4-9DA4-E394FBD7EF5B}" sibTransId="{564D55C1-5020-41C7-B36C-5775317BC3F7}"/>
    <dgm:cxn modelId="{A9256E30-D43C-174D-B6E1-FEE688E1BF41}" type="presOf" srcId="{420896B2-2C89-4F62-BB87-41BF8E905081}" destId="{36D9648D-CBFD-9E4A-B000-C6020CF76DA5}" srcOrd="0" destOrd="5" presId="urn:microsoft.com/office/officeart/2005/8/layout/list1"/>
    <dgm:cxn modelId="{378A2E39-5BA1-4B91-936C-28B5890AA490}" srcId="{880DE988-36B3-4622-B7D7-0EDB92C13030}" destId="{3A2CA74F-2E26-4940-9E2F-8FAD88ECB0E0}" srcOrd="2" destOrd="0" parTransId="{79A35914-1CCF-4737-8C9F-18497E923A49}" sibTransId="{D0BCCD2D-4727-44A0-AE88-41A9F7EDA6C0}"/>
    <dgm:cxn modelId="{486F4E60-C331-0F4B-9DE5-D09B423D67C5}" type="presOf" srcId="{880DE988-36B3-4622-B7D7-0EDB92C13030}" destId="{54F1F56D-FFCD-1A46-BE09-E17B33077E06}" srcOrd="1" destOrd="0" presId="urn:microsoft.com/office/officeart/2005/8/layout/list1"/>
    <dgm:cxn modelId="{88381463-42C6-40B7-A8BC-1D52DD545CA8}" srcId="{880DE988-36B3-4622-B7D7-0EDB92C13030}" destId="{13C203B4-A176-443D-AB3A-06CDD3FE6C8F}" srcOrd="1" destOrd="0" parTransId="{609AA718-0227-4D38-8B8F-A0CA7404F1D5}" sibTransId="{54377ED3-7DD4-4001-ABFD-0506E18015B9}"/>
    <dgm:cxn modelId="{DFC9E24C-7FC8-B842-A0B3-7982B66E1C7F}" type="presOf" srcId="{C06FA436-FCD1-4267-8B91-8B4EE161153E}" destId="{36D9648D-CBFD-9E4A-B000-C6020CF76DA5}" srcOrd="0" destOrd="0" presId="urn:microsoft.com/office/officeart/2005/8/layout/list1"/>
    <dgm:cxn modelId="{53580B6D-09AD-4148-ABFF-07AA237BA615}" srcId="{880DE988-36B3-4622-B7D7-0EDB92C13030}" destId="{C06FA436-FCD1-4267-8B91-8B4EE161153E}" srcOrd="0" destOrd="0" parTransId="{9ECE7527-97DF-49F6-988E-0F631EB3B02B}" sibTransId="{942E8D1C-FF7F-4DA2-A477-155FB59B3EE3}"/>
    <dgm:cxn modelId="{9176156E-8F64-430C-A0CF-D22847E6D667}" srcId="{86CDFCAD-F961-4E91-B27C-3F4157D80343}" destId="{B881784B-62BF-478C-8321-5B2C86D8B9A1}" srcOrd="0" destOrd="0" parTransId="{B420D287-4687-49C2-9EA4-676AB8F4B58A}" sibTransId="{E2161474-6C43-44D6-9D7B-99A61DAB82B0}"/>
    <dgm:cxn modelId="{7F453F4F-A9AF-4AF4-ACA0-94E47B97595B}" srcId="{5E938CDF-70BF-4FBC-A94D-27F2BB35A635}" destId="{86CDFCAD-F961-4E91-B27C-3F4157D80343}" srcOrd="0" destOrd="0" parTransId="{5CF8A731-98BE-4FDB-A871-64B35ABD0FBB}" sibTransId="{D6D2A01C-4825-4C85-8B5F-56EDAB5663EF}"/>
    <dgm:cxn modelId="{15FD047F-E867-6843-9B3A-F7888B9A6F0D}" type="presOf" srcId="{13C203B4-A176-443D-AB3A-06CDD3FE6C8F}" destId="{36D9648D-CBFD-9E4A-B000-C6020CF76DA5}" srcOrd="0" destOrd="1" presId="urn:microsoft.com/office/officeart/2005/8/layout/list1"/>
    <dgm:cxn modelId="{48F68691-D98D-443D-B76F-0202DCE200FB}" srcId="{880DE988-36B3-4622-B7D7-0EDB92C13030}" destId="{38ED1FAF-AF28-4DB5-B3D0-197EC626CAEC}" srcOrd="3" destOrd="0" parTransId="{A4C56418-8CA7-4A48-9CF1-010CDB24FD12}" sibTransId="{4176A570-E9A2-4170-8782-973F472D7B14}"/>
    <dgm:cxn modelId="{9E0D4893-D5D3-B04A-9974-BC674127D502}" type="presOf" srcId="{880DE988-36B3-4622-B7D7-0EDB92C13030}" destId="{74FFE339-9E83-F24A-AC05-A5D10C1D6D93}" srcOrd="0" destOrd="0" presId="urn:microsoft.com/office/officeart/2005/8/layout/list1"/>
    <dgm:cxn modelId="{B18031A4-B3FB-9B4A-8CDB-FFFB311094CF}" type="presOf" srcId="{B881784B-62BF-478C-8321-5B2C86D8B9A1}" destId="{47531369-E7A5-3640-AB1C-1A624A4730F7}" srcOrd="0" destOrd="0" presId="urn:microsoft.com/office/officeart/2005/8/layout/list1"/>
    <dgm:cxn modelId="{FC14AFA8-BC99-A24B-B064-5BA0C2FB8FC3}" type="presOf" srcId="{3A2CA74F-2E26-4940-9E2F-8FAD88ECB0E0}" destId="{36D9648D-CBFD-9E4A-B000-C6020CF76DA5}" srcOrd="0" destOrd="2" presId="urn:microsoft.com/office/officeart/2005/8/layout/list1"/>
    <dgm:cxn modelId="{E54978B9-EAA3-2F44-9AB2-1F9D4F2AEB31}" type="presOf" srcId="{52A83E6D-2217-4C8B-A80E-983E7AECD137}" destId="{36D9648D-CBFD-9E4A-B000-C6020CF76DA5}" srcOrd="0" destOrd="4" presId="urn:microsoft.com/office/officeart/2005/8/layout/list1"/>
    <dgm:cxn modelId="{7D1358C3-F6B5-8B4A-8137-B93EE8509284}" type="presOf" srcId="{5E938CDF-70BF-4FBC-A94D-27F2BB35A635}" destId="{23D1AEB1-216F-F64C-AF4D-B9AAC1730C30}" srcOrd="0" destOrd="0" presId="urn:microsoft.com/office/officeart/2005/8/layout/list1"/>
    <dgm:cxn modelId="{AC34FAD5-F9C3-544C-991E-8965EB9FBC3F}" type="presOf" srcId="{38ED1FAF-AF28-4DB5-B3D0-197EC626CAEC}" destId="{36D9648D-CBFD-9E4A-B000-C6020CF76DA5}" srcOrd="0" destOrd="3" presId="urn:microsoft.com/office/officeart/2005/8/layout/list1"/>
    <dgm:cxn modelId="{24390DDD-1D26-7E4A-8288-BC999CBCFBA8}" type="presOf" srcId="{86CDFCAD-F961-4E91-B27C-3F4157D80343}" destId="{CE2E6431-E38B-3A44-AB10-F90357996160}" srcOrd="0" destOrd="0" presId="urn:microsoft.com/office/officeart/2005/8/layout/list1"/>
    <dgm:cxn modelId="{A233D4E7-039B-3A4F-AFED-F2EA455A0097}" type="presOf" srcId="{86CDFCAD-F961-4E91-B27C-3F4157D80343}" destId="{C8F5A47A-4E94-BB4E-AE7E-748C1EB71ADD}" srcOrd="1" destOrd="0" presId="urn:microsoft.com/office/officeart/2005/8/layout/list1"/>
    <dgm:cxn modelId="{0F978FF8-9709-4ABB-A687-3E9E9E7F3ACA}" srcId="{880DE988-36B3-4622-B7D7-0EDB92C13030}" destId="{52A83E6D-2217-4C8B-A80E-983E7AECD137}" srcOrd="4" destOrd="0" parTransId="{130C195A-87E8-4CB2-933D-6873DB238744}" sibTransId="{3DC9A007-F619-49FC-A9CA-03FDEA29AFA4}"/>
    <dgm:cxn modelId="{1D154662-BCF2-E947-8765-B156BBCF7966}" type="presParOf" srcId="{23D1AEB1-216F-F64C-AF4D-B9AAC1730C30}" destId="{A9CC603F-D6FE-3148-B4FF-8625DBD85A7F}" srcOrd="0" destOrd="0" presId="urn:microsoft.com/office/officeart/2005/8/layout/list1"/>
    <dgm:cxn modelId="{9A4CA9B8-74EB-3144-BDF0-01B7601740F3}" type="presParOf" srcId="{A9CC603F-D6FE-3148-B4FF-8625DBD85A7F}" destId="{CE2E6431-E38B-3A44-AB10-F90357996160}" srcOrd="0" destOrd="0" presId="urn:microsoft.com/office/officeart/2005/8/layout/list1"/>
    <dgm:cxn modelId="{4DF5F075-A914-2744-AE2D-F25340921931}" type="presParOf" srcId="{A9CC603F-D6FE-3148-B4FF-8625DBD85A7F}" destId="{C8F5A47A-4E94-BB4E-AE7E-748C1EB71ADD}" srcOrd="1" destOrd="0" presId="urn:microsoft.com/office/officeart/2005/8/layout/list1"/>
    <dgm:cxn modelId="{536A4A0C-31CC-984D-87A6-319BA5BB2077}" type="presParOf" srcId="{23D1AEB1-216F-F64C-AF4D-B9AAC1730C30}" destId="{1F3E7815-71A3-D94A-B0E0-A9360AB35C9B}" srcOrd="1" destOrd="0" presId="urn:microsoft.com/office/officeart/2005/8/layout/list1"/>
    <dgm:cxn modelId="{3B8E96D1-F586-2B46-B57E-3A4A432277C9}" type="presParOf" srcId="{23D1AEB1-216F-F64C-AF4D-B9AAC1730C30}" destId="{47531369-E7A5-3640-AB1C-1A624A4730F7}" srcOrd="2" destOrd="0" presId="urn:microsoft.com/office/officeart/2005/8/layout/list1"/>
    <dgm:cxn modelId="{C2C296D5-F5A3-E247-9C30-080CED8B3F98}" type="presParOf" srcId="{23D1AEB1-216F-F64C-AF4D-B9AAC1730C30}" destId="{9F9E4FAD-8D46-0842-8753-E19C0EEF518F}" srcOrd="3" destOrd="0" presId="urn:microsoft.com/office/officeart/2005/8/layout/list1"/>
    <dgm:cxn modelId="{2B9802C8-6DF5-C942-9BA9-88457A0C0B0B}" type="presParOf" srcId="{23D1AEB1-216F-F64C-AF4D-B9AAC1730C30}" destId="{C5EE3A87-1134-F54D-ADF1-78E5F121521F}" srcOrd="4" destOrd="0" presId="urn:microsoft.com/office/officeart/2005/8/layout/list1"/>
    <dgm:cxn modelId="{21AE7FC5-B6E2-864F-A157-68C7BBBB6972}" type="presParOf" srcId="{C5EE3A87-1134-F54D-ADF1-78E5F121521F}" destId="{74FFE339-9E83-F24A-AC05-A5D10C1D6D93}" srcOrd="0" destOrd="0" presId="urn:microsoft.com/office/officeart/2005/8/layout/list1"/>
    <dgm:cxn modelId="{E38322B3-23E2-C049-BFB3-5CD883FE9298}" type="presParOf" srcId="{C5EE3A87-1134-F54D-ADF1-78E5F121521F}" destId="{54F1F56D-FFCD-1A46-BE09-E17B33077E06}" srcOrd="1" destOrd="0" presId="urn:microsoft.com/office/officeart/2005/8/layout/list1"/>
    <dgm:cxn modelId="{2D698260-903E-FF4D-A75C-BEC7D74160DE}" type="presParOf" srcId="{23D1AEB1-216F-F64C-AF4D-B9AAC1730C30}" destId="{41DBDACD-7CB5-C24D-950D-9E14A21B7115}" srcOrd="5" destOrd="0" presId="urn:microsoft.com/office/officeart/2005/8/layout/list1"/>
    <dgm:cxn modelId="{A11E03E5-405A-A848-8217-A7F0A2E60FB7}" type="presParOf" srcId="{23D1AEB1-216F-F64C-AF4D-B9AAC1730C30}" destId="{36D9648D-CBFD-9E4A-B000-C6020CF76DA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70E7E01-7793-4B52-98EB-913B1ABE87E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4DCE7BE-8716-4E99-8434-89E822FD600C}">
      <dgm:prSet/>
      <dgm:spPr/>
      <dgm:t>
        <a:bodyPr/>
        <a:lstStyle/>
        <a:p>
          <a:r>
            <a:rPr lang="en-US"/>
            <a:t>Progressive solid-food dysphagia</a:t>
          </a:r>
        </a:p>
      </dgm:t>
    </dgm:pt>
    <dgm:pt modelId="{2D81517A-D460-4E28-B798-CE1EF8A5B726}" type="parTrans" cxnId="{92987269-7977-4DE2-ACC2-55DC94D836CC}">
      <dgm:prSet/>
      <dgm:spPr/>
      <dgm:t>
        <a:bodyPr/>
        <a:lstStyle/>
        <a:p>
          <a:endParaRPr lang="en-US"/>
        </a:p>
      </dgm:t>
    </dgm:pt>
    <dgm:pt modelId="{3738B0CD-0EC0-4857-B9C3-9008C32FAAB7}" type="sibTrans" cxnId="{92987269-7977-4DE2-ACC2-55DC94D836CC}">
      <dgm:prSet/>
      <dgm:spPr/>
      <dgm:t>
        <a:bodyPr/>
        <a:lstStyle/>
        <a:p>
          <a:endParaRPr lang="en-US"/>
        </a:p>
      </dgm:t>
    </dgm:pt>
    <dgm:pt modelId="{F0ED3880-C4C4-419D-A234-BCF75D431DBB}">
      <dgm:prSet/>
      <dgm:spPr/>
      <dgm:t>
        <a:bodyPr/>
        <a:lstStyle/>
        <a:p>
          <a:r>
            <a:rPr lang="en-US"/>
            <a:t>Food impaction</a:t>
          </a:r>
        </a:p>
      </dgm:t>
    </dgm:pt>
    <dgm:pt modelId="{F9514736-2525-4B1B-92D0-6EE42FF0723C}" type="parTrans" cxnId="{FAD79A78-C847-4D97-8526-BD44253C86DC}">
      <dgm:prSet/>
      <dgm:spPr/>
      <dgm:t>
        <a:bodyPr/>
        <a:lstStyle/>
        <a:p>
          <a:endParaRPr lang="en-US"/>
        </a:p>
      </dgm:t>
    </dgm:pt>
    <dgm:pt modelId="{B25F3468-03D2-4EEB-B87C-BC58B29405C3}" type="sibTrans" cxnId="{FAD79A78-C847-4D97-8526-BD44253C86DC}">
      <dgm:prSet/>
      <dgm:spPr/>
      <dgm:t>
        <a:bodyPr/>
        <a:lstStyle/>
        <a:p>
          <a:endParaRPr lang="en-US"/>
        </a:p>
      </dgm:t>
    </dgm:pt>
    <dgm:pt modelId="{C67221FE-2BC7-410F-9BC4-2897268A2D4A}">
      <dgm:prSet/>
      <dgm:spPr/>
      <dgm:t>
        <a:bodyPr/>
        <a:lstStyle/>
        <a:p>
          <a:r>
            <a:rPr lang="en-US"/>
            <a:t>Weight loss (if advanced)</a:t>
          </a:r>
        </a:p>
      </dgm:t>
    </dgm:pt>
    <dgm:pt modelId="{23529EC6-813F-469D-B7F6-67913C608803}" type="parTrans" cxnId="{ED24B779-AEBB-4FF0-9AC8-E2503D60E7F2}">
      <dgm:prSet/>
      <dgm:spPr/>
      <dgm:t>
        <a:bodyPr/>
        <a:lstStyle/>
        <a:p>
          <a:endParaRPr lang="en-US"/>
        </a:p>
      </dgm:t>
    </dgm:pt>
    <dgm:pt modelId="{B912C663-9B89-475A-8E0B-B64B4637B287}" type="sibTrans" cxnId="{ED24B779-AEBB-4FF0-9AC8-E2503D60E7F2}">
      <dgm:prSet/>
      <dgm:spPr/>
      <dgm:t>
        <a:bodyPr/>
        <a:lstStyle/>
        <a:p>
          <a:endParaRPr lang="en-US"/>
        </a:p>
      </dgm:t>
    </dgm:pt>
    <dgm:pt modelId="{3226C794-29E8-4498-AC2F-5F53879DBC16}">
      <dgm:prSet/>
      <dgm:spPr/>
      <dgm:t>
        <a:bodyPr/>
        <a:lstStyle/>
        <a:p>
          <a:r>
            <a:rPr lang="en-US"/>
            <a:t>When very severe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liquid dysphagia</a:t>
          </a:r>
        </a:p>
      </dgm:t>
    </dgm:pt>
    <dgm:pt modelId="{F6109001-825A-4B40-9A42-E6DBF08E1B66}" type="parTrans" cxnId="{39026435-92D6-4F56-80C0-780DF38C4C77}">
      <dgm:prSet/>
      <dgm:spPr/>
      <dgm:t>
        <a:bodyPr/>
        <a:lstStyle/>
        <a:p>
          <a:endParaRPr lang="en-US"/>
        </a:p>
      </dgm:t>
    </dgm:pt>
    <dgm:pt modelId="{02150130-512F-4F3B-B1E1-D6F71AEEF362}" type="sibTrans" cxnId="{39026435-92D6-4F56-80C0-780DF38C4C77}">
      <dgm:prSet/>
      <dgm:spPr/>
      <dgm:t>
        <a:bodyPr/>
        <a:lstStyle/>
        <a:p>
          <a:endParaRPr lang="en-US"/>
        </a:p>
      </dgm:t>
    </dgm:pt>
    <dgm:pt modelId="{7EFD7092-295F-4C53-A4EF-ECBAF99F4F0F}" type="pres">
      <dgm:prSet presAssocID="{D70E7E01-7793-4B52-98EB-913B1ABE87EA}" presName="root" presStyleCnt="0">
        <dgm:presLayoutVars>
          <dgm:dir/>
          <dgm:resizeHandles val="exact"/>
        </dgm:presLayoutVars>
      </dgm:prSet>
      <dgm:spPr/>
    </dgm:pt>
    <dgm:pt modelId="{9C5A6277-566E-4977-8518-855E37440795}" type="pres">
      <dgm:prSet presAssocID="{D4DCE7BE-8716-4E99-8434-89E822FD600C}" presName="compNode" presStyleCnt="0"/>
      <dgm:spPr/>
    </dgm:pt>
    <dgm:pt modelId="{128ABFDD-37B7-46C0-93E1-2A376A1D19C8}" type="pres">
      <dgm:prSet presAssocID="{D4DCE7BE-8716-4E99-8434-89E822FD600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18A48DC3-0E89-4D91-844E-436BEB75FCA2}" type="pres">
      <dgm:prSet presAssocID="{D4DCE7BE-8716-4E99-8434-89E822FD600C}" presName="spaceRect" presStyleCnt="0"/>
      <dgm:spPr/>
    </dgm:pt>
    <dgm:pt modelId="{A2B56EC7-856B-4F3C-950D-189AC337B2F8}" type="pres">
      <dgm:prSet presAssocID="{D4DCE7BE-8716-4E99-8434-89E822FD600C}" presName="textRect" presStyleLbl="revTx" presStyleIdx="0" presStyleCnt="4">
        <dgm:presLayoutVars>
          <dgm:chMax val="1"/>
          <dgm:chPref val="1"/>
        </dgm:presLayoutVars>
      </dgm:prSet>
      <dgm:spPr/>
    </dgm:pt>
    <dgm:pt modelId="{654A3D51-B5EF-42E8-8D9B-84EA993B6C28}" type="pres">
      <dgm:prSet presAssocID="{3738B0CD-0EC0-4857-B9C3-9008C32FAAB7}" presName="sibTrans" presStyleCnt="0"/>
      <dgm:spPr/>
    </dgm:pt>
    <dgm:pt modelId="{EFCF7957-B143-4E6C-91F2-3FE1747BEBF6}" type="pres">
      <dgm:prSet presAssocID="{F0ED3880-C4C4-419D-A234-BCF75D431DBB}" presName="compNode" presStyleCnt="0"/>
      <dgm:spPr/>
    </dgm:pt>
    <dgm:pt modelId="{7EABDFAE-DFCD-48A4-8BAE-BFDAD8017133}" type="pres">
      <dgm:prSet presAssocID="{F0ED3880-C4C4-419D-A234-BCF75D431DB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6D6C79E6-EB2D-467E-84AD-EC1FBCC10E7A}" type="pres">
      <dgm:prSet presAssocID="{F0ED3880-C4C4-419D-A234-BCF75D431DBB}" presName="spaceRect" presStyleCnt="0"/>
      <dgm:spPr/>
    </dgm:pt>
    <dgm:pt modelId="{8C78B9DE-B641-4A77-BF69-39740C8E2406}" type="pres">
      <dgm:prSet presAssocID="{F0ED3880-C4C4-419D-A234-BCF75D431DBB}" presName="textRect" presStyleLbl="revTx" presStyleIdx="1" presStyleCnt="4">
        <dgm:presLayoutVars>
          <dgm:chMax val="1"/>
          <dgm:chPref val="1"/>
        </dgm:presLayoutVars>
      </dgm:prSet>
      <dgm:spPr/>
    </dgm:pt>
    <dgm:pt modelId="{4709DDCB-9086-4D1F-94A1-76B8D18CA04A}" type="pres">
      <dgm:prSet presAssocID="{B25F3468-03D2-4EEB-B87C-BC58B29405C3}" presName="sibTrans" presStyleCnt="0"/>
      <dgm:spPr/>
    </dgm:pt>
    <dgm:pt modelId="{87DAA23D-4249-4460-BF20-127C9BEE5626}" type="pres">
      <dgm:prSet presAssocID="{C67221FE-2BC7-410F-9BC4-2897268A2D4A}" presName="compNode" presStyleCnt="0"/>
      <dgm:spPr/>
    </dgm:pt>
    <dgm:pt modelId="{CD71C2C7-58F0-4EB6-9F53-25D42CC789E3}" type="pres">
      <dgm:prSet presAssocID="{C67221FE-2BC7-410F-9BC4-2897268A2D4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"/>
        </a:ext>
      </dgm:extLst>
    </dgm:pt>
    <dgm:pt modelId="{F159D323-A42F-4D02-9AE2-9832BD5A1117}" type="pres">
      <dgm:prSet presAssocID="{C67221FE-2BC7-410F-9BC4-2897268A2D4A}" presName="spaceRect" presStyleCnt="0"/>
      <dgm:spPr/>
    </dgm:pt>
    <dgm:pt modelId="{34AFC5EE-7030-443F-BA87-BACBF21DF279}" type="pres">
      <dgm:prSet presAssocID="{C67221FE-2BC7-410F-9BC4-2897268A2D4A}" presName="textRect" presStyleLbl="revTx" presStyleIdx="2" presStyleCnt="4">
        <dgm:presLayoutVars>
          <dgm:chMax val="1"/>
          <dgm:chPref val="1"/>
        </dgm:presLayoutVars>
      </dgm:prSet>
      <dgm:spPr/>
    </dgm:pt>
    <dgm:pt modelId="{5F099047-B311-4AA9-A4F0-536770432F8B}" type="pres">
      <dgm:prSet presAssocID="{B912C663-9B89-475A-8E0B-B64B4637B287}" presName="sibTrans" presStyleCnt="0"/>
      <dgm:spPr/>
    </dgm:pt>
    <dgm:pt modelId="{482AEFAA-F2C7-4E21-BAF6-0F0DC68DE710}" type="pres">
      <dgm:prSet presAssocID="{3226C794-29E8-4498-AC2F-5F53879DBC16}" presName="compNode" presStyleCnt="0"/>
      <dgm:spPr/>
    </dgm:pt>
    <dgm:pt modelId="{72DDB585-DEDB-41B3-9BD7-7E979EEA7D42}" type="pres">
      <dgm:prSet presAssocID="{3226C794-29E8-4498-AC2F-5F53879DBC1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16DF641-FBB2-48AB-91BE-ACA25978CFAC}" type="pres">
      <dgm:prSet presAssocID="{3226C794-29E8-4498-AC2F-5F53879DBC16}" presName="spaceRect" presStyleCnt="0"/>
      <dgm:spPr/>
    </dgm:pt>
    <dgm:pt modelId="{0804000B-49B7-4EC2-A774-D23B556F4F99}" type="pres">
      <dgm:prSet presAssocID="{3226C794-29E8-4498-AC2F-5F53879DBC1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BF18F17-4ECF-426F-B341-C5514A0F3F64}" type="presOf" srcId="{C67221FE-2BC7-410F-9BC4-2897268A2D4A}" destId="{34AFC5EE-7030-443F-BA87-BACBF21DF279}" srcOrd="0" destOrd="0" presId="urn:microsoft.com/office/officeart/2018/2/layout/IconLabelList"/>
    <dgm:cxn modelId="{CBB14420-0431-4D3C-A9D3-DCCCA0BA0E66}" type="presOf" srcId="{D4DCE7BE-8716-4E99-8434-89E822FD600C}" destId="{A2B56EC7-856B-4F3C-950D-189AC337B2F8}" srcOrd="0" destOrd="0" presId="urn:microsoft.com/office/officeart/2018/2/layout/IconLabelList"/>
    <dgm:cxn modelId="{39026435-92D6-4F56-80C0-780DF38C4C77}" srcId="{D70E7E01-7793-4B52-98EB-913B1ABE87EA}" destId="{3226C794-29E8-4498-AC2F-5F53879DBC16}" srcOrd="3" destOrd="0" parTransId="{F6109001-825A-4B40-9A42-E6DBF08E1B66}" sibTransId="{02150130-512F-4F3B-B1E1-D6F71AEEF362}"/>
    <dgm:cxn modelId="{43837D5D-DA42-4313-885D-97B6CD5F3D7A}" type="presOf" srcId="{F0ED3880-C4C4-419D-A234-BCF75D431DBB}" destId="{8C78B9DE-B641-4A77-BF69-39740C8E2406}" srcOrd="0" destOrd="0" presId="urn:microsoft.com/office/officeart/2018/2/layout/IconLabelList"/>
    <dgm:cxn modelId="{92987269-7977-4DE2-ACC2-55DC94D836CC}" srcId="{D70E7E01-7793-4B52-98EB-913B1ABE87EA}" destId="{D4DCE7BE-8716-4E99-8434-89E822FD600C}" srcOrd="0" destOrd="0" parTransId="{2D81517A-D460-4E28-B798-CE1EF8A5B726}" sibTransId="{3738B0CD-0EC0-4857-B9C3-9008C32FAAB7}"/>
    <dgm:cxn modelId="{FAD79A78-C847-4D97-8526-BD44253C86DC}" srcId="{D70E7E01-7793-4B52-98EB-913B1ABE87EA}" destId="{F0ED3880-C4C4-419D-A234-BCF75D431DBB}" srcOrd="1" destOrd="0" parTransId="{F9514736-2525-4B1B-92D0-6EE42FF0723C}" sibTransId="{B25F3468-03D2-4EEB-B87C-BC58B29405C3}"/>
    <dgm:cxn modelId="{ED24B779-AEBB-4FF0-9AC8-E2503D60E7F2}" srcId="{D70E7E01-7793-4B52-98EB-913B1ABE87EA}" destId="{C67221FE-2BC7-410F-9BC4-2897268A2D4A}" srcOrd="2" destOrd="0" parTransId="{23529EC6-813F-469D-B7F6-67913C608803}" sibTransId="{B912C663-9B89-475A-8E0B-B64B4637B287}"/>
    <dgm:cxn modelId="{7559F1D0-D136-4F02-BD24-4A869DA6EE9D}" type="presOf" srcId="{3226C794-29E8-4498-AC2F-5F53879DBC16}" destId="{0804000B-49B7-4EC2-A774-D23B556F4F99}" srcOrd="0" destOrd="0" presId="urn:microsoft.com/office/officeart/2018/2/layout/IconLabelList"/>
    <dgm:cxn modelId="{46F2D0DD-C4B6-4E97-9022-51BDD2974E09}" type="presOf" srcId="{D70E7E01-7793-4B52-98EB-913B1ABE87EA}" destId="{7EFD7092-295F-4C53-A4EF-ECBAF99F4F0F}" srcOrd="0" destOrd="0" presId="urn:microsoft.com/office/officeart/2018/2/layout/IconLabelList"/>
    <dgm:cxn modelId="{B192E42D-A700-4527-8F7C-911B9260C875}" type="presParOf" srcId="{7EFD7092-295F-4C53-A4EF-ECBAF99F4F0F}" destId="{9C5A6277-566E-4977-8518-855E37440795}" srcOrd="0" destOrd="0" presId="urn:microsoft.com/office/officeart/2018/2/layout/IconLabelList"/>
    <dgm:cxn modelId="{F91A07AD-CB68-4BC5-8A70-365AA7B53EF2}" type="presParOf" srcId="{9C5A6277-566E-4977-8518-855E37440795}" destId="{128ABFDD-37B7-46C0-93E1-2A376A1D19C8}" srcOrd="0" destOrd="0" presId="urn:microsoft.com/office/officeart/2018/2/layout/IconLabelList"/>
    <dgm:cxn modelId="{F594FCCA-3BF1-4523-A346-872D18B4723F}" type="presParOf" srcId="{9C5A6277-566E-4977-8518-855E37440795}" destId="{18A48DC3-0E89-4D91-844E-436BEB75FCA2}" srcOrd="1" destOrd="0" presId="urn:microsoft.com/office/officeart/2018/2/layout/IconLabelList"/>
    <dgm:cxn modelId="{74BED1DE-3507-4983-BDB2-10AF784F184A}" type="presParOf" srcId="{9C5A6277-566E-4977-8518-855E37440795}" destId="{A2B56EC7-856B-4F3C-950D-189AC337B2F8}" srcOrd="2" destOrd="0" presId="urn:microsoft.com/office/officeart/2018/2/layout/IconLabelList"/>
    <dgm:cxn modelId="{1B495749-BB66-40E7-97A3-6A3EC53359F7}" type="presParOf" srcId="{7EFD7092-295F-4C53-A4EF-ECBAF99F4F0F}" destId="{654A3D51-B5EF-42E8-8D9B-84EA993B6C28}" srcOrd="1" destOrd="0" presId="urn:microsoft.com/office/officeart/2018/2/layout/IconLabelList"/>
    <dgm:cxn modelId="{5EE8A4EE-4961-4783-8F61-C5A47E3457A9}" type="presParOf" srcId="{7EFD7092-295F-4C53-A4EF-ECBAF99F4F0F}" destId="{EFCF7957-B143-4E6C-91F2-3FE1747BEBF6}" srcOrd="2" destOrd="0" presId="urn:microsoft.com/office/officeart/2018/2/layout/IconLabelList"/>
    <dgm:cxn modelId="{F2548603-E6B1-47AD-956D-D3D9D6FF4221}" type="presParOf" srcId="{EFCF7957-B143-4E6C-91F2-3FE1747BEBF6}" destId="{7EABDFAE-DFCD-48A4-8BAE-BFDAD8017133}" srcOrd="0" destOrd="0" presId="urn:microsoft.com/office/officeart/2018/2/layout/IconLabelList"/>
    <dgm:cxn modelId="{EC754E9D-C18E-475E-AE6A-DCDF8A27AB88}" type="presParOf" srcId="{EFCF7957-B143-4E6C-91F2-3FE1747BEBF6}" destId="{6D6C79E6-EB2D-467E-84AD-EC1FBCC10E7A}" srcOrd="1" destOrd="0" presId="urn:microsoft.com/office/officeart/2018/2/layout/IconLabelList"/>
    <dgm:cxn modelId="{436BDDD1-EA48-48B4-BD6C-05EC255A83BD}" type="presParOf" srcId="{EFCF7957-B143-4E6C-91F2-3FE1747BEBF6}" destId="{8C78B9DE-B641-4A77-BF69-39740C8E2406}" srcOrd="2" destOrd="0" presId="urn:microsoft.com/office/officeart/2018/2/layout/IconLabelList"/>
    <dgm:cxn modelId="{5C6ED16E-BE7B-4030-ABDF-647AAB904D3F}" type="presParOf" srcId="{7EFD7092-295F-4C53-A4EF-ECBAF99F4F0F}" destId="{4709DDCB-9086-4D1F-94A1-76B8D18CA04A}" srcOrd="3" destOrd="0" presId="urn:microsoft.com/office/officeart/2018/2/layout/IconLabelList"/>
    <dgm:cxn modelId="{9607F4C1-1AAA-4FA2-A692-2C33D067D37A}" type="presParOf" srcId="{7EFD7092-295F-4C53-A4EF-ECBAF99F4F0F}" destId="{87DAA23D-4249-4460-BF20-127C9BEE5626}" srcOrd="4" destOrd="0" presId="urn:microsoft.com/office/officeart/2018/2/layout/IconLabelList"/>
    <dgm:cxn modelId="{C8F61DC3-7F7E-4723-A9F6-F6B0D52F8BDE}" type="presParOf" srcId="{87DAA23D-4249-4460-BF20-127C9BEE5626}" destId="{CD71C2C7-58F0-4EB6-9F53-25D42CC789E3}" srcOrd="0" destOrd="0" presId="urn:microsoft.com/office/officeart/2018/2/layout/IconLabelList"/>
    <dgm:cxn modelId="{2D3AB86B-3561-42AD-8633-A48BB654EDA7}" type="presParOf" srcId="{87DAA23D-4249-4460-BF20-127C9BEE5626}" destId="{F159D323-A42F-4D02-9AE2-9832BD5A1117}" srcOrd="1" destOrd="0" presId="urn:microsoft.com/office/officeart/2018/2/layout/IconLabelList"/>
    <dgm:cxn modelId="{8C0934C4-CF3D-4EAD-B40B-16FF048816A2}" type="presParOf" srcId="{87DAA23D-4249-4460-BF20-127C9BEE5626}" destId="{34AFC5EE-7030-443F-BA87-BACBF21DF279}" srcOrd="2" destOrd="0" presId="urn:microsoft.com/office/officeart/2018/2/layout/IconLabelList"/>
    <dgm:cxn modelId="{06D74B25-9940-4C26-B45C-2C7CA8E0DD2F}" type="presParOf" srcId="{7EFD7092-295F-4C53-A4EF-ECBAF99F4F0F}" destId="{5F099047-B311-4AA9-A4F0-536770432F8B}" srcOrd="5" destOrd="0" presId="urn:microsoft.com/office/officeart/2018/2/layout/IconLabelList"/>
    <dgm:cxn modelId="{D19B93FF-2F29-4049-B18B-E48C3A743AB4}" type="presParOf" srcId="{7EFD7092-295F-4C53-A4EF-ECBAF99F4F0F}" destId="{482AEFAA-F2C7-4E21-BAF6-0F0DC68DE710}" srcOrd="6" destOrd="0" presId="urn:microsoft.com/office/officeart/2018/2/layout/IconLabelList"/>
    <dgm:cxn modelId="{1FC05A7F-8304-4B36-B6DD-69316B836B50}" type="presParOf" srcId="{482AEFAA-F2C7-4E21-BAF6-0F0DC68DE710}" destId="{72DDB585-DEDB-41B3-9BD7-7E979EEA7D42}" srcOrd="0" destOrd="0" presId="urn:microsoft.com/office/officeart/2018/2/layout/IconLabelList"/>
    <dgm:cxn modelId="{EE5E3030-F40C-4C35-8346-44BE2F825B84}" type="presParOf" srcId="{482AEFAA-F2C7-4E21-BAF6-0F0DC68DE710}" destId="{616DF641-FBB2-48AB-91BE-ACA25978CFAC}" srcOrd="1" destOrd="0" presId="urn:microsoft.com/office/officeart/2018/2/layout/IconLabelList"/>
    <dgm:cxn modelId="{381CA81B-9D22-4DCA-A309-4FCB32D87943}" type="presParOf" srcId="{482AEFAA-F2C7-4E21-BAF6-0F0DC68DE710}" destId="{0804000B-49B7-4EC2-A774-D23B556F4F9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9066DAC-94EC-416D-859F-79A417E90CD8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9867683-B606-417B-93DE-E91233AEA96E}">
      <dgm:prSet/>
      <dgm:spPr/>
      <dgm:t>
        <a:bodyPr/>
        <a:lstStyle/>
        <a:p>
          <a:r>
            <a:rPr lang="en-US"/>
            <a:t>EGD w/ biopsy</a:t>
          </a:r>
        </a:p>
      </dgm:t>
    </dgm:pt>
    <dgm:pt modelId="{29D1DBC2-513C-49E6-813B-7CA6E05E0318}" type="parTrans" cxnId="{1BCAE7DF-FBC7-41FB-B163-B637B408F41B}">
      <dgm:prSet/>
      <dgm:spPr/>
      <dgm:t>
        <a:bodyPr/>
        <a:lstStyle/>
        <a:p>
          <a:endParaRPr lang="en-US"/>
        </a:p>
      </dgm:t>
    </dgm:pt>
    <dgm:pt modelId="{218F5FB8-47AB-4E16-B252-FB80D6585ACE}" type="sibTrans" cxnId="{1BCAE7DF-FBC7-41FB-B163-B637B408F41B}">
      <dgm:prSet/>
      <dgm:spPr/>
      <dgm:t>
        <a:bodyPr/>
        <a:lstStyle/>
        <a:p>
          <a:endParaRPr lang="en-US"/>
        </a:p>
      </dgm:t>
    </dgm:pt>
    <dgm:pt modelId="{4D2566FB-6246-49D3-A417-66ECD23AB550}">
      <dgm:prSet/>
      <dgm:spPr/>
      <dgm:t>
        <a:bodyPr/>
        <a:lstStyle/>
        <a:p>
          <a:r>
            <a:rPr lang="en-US"/>
            <a:t>Barium esophagram if:</a:t>
          </a:r>
        </a:p>
      </dgm:t>
    </dgm:pt>
    <dgm:pt modelId="{50B342C5-90C8-4449-A00C-EDDE6F8CE521}" type="parTrans" cxnId="{AEF02E75-ACA9-45E1-9C49-6B7D42AE42C9}">
      <dgm:prSet/>
      <dgm:spPr/>
      <dgm:t>
        <a:bodyPr/>
        <a:lstStyle/>
        <a:p>
          <a:endParaRPr lang="en-US"/>
        </a:p>
      </dgm:t>
    </dgm:pt>
    <dgm:pt modelId="{1D81A3D7-70FC-49D8-8509-7D056EF6C6D4}" type="sibTrans" cxnId="{AEF02E75-ACA9-45E1-9C49-6B7D42AE42C9}">
      <dgm:prSet/>
      <dgm:spPr/>
      <dgm:t>
        <a:bodyPr/>
        <a:lstStyle/>
        <a:p>
          <a:endParaRPr lang="en-US"/>
        </a:p>
      </dgm:t>
    </dgm:pt>
    <dgm:pt modelId="{7B0AD972-F942-4DB8-BDF0-7A6DFCA40334}">
      <dgm:prSet/>
      <dgm:spPr/>
      <dgm:t>
        <a:bodyPr/>
        <a:lstStyle/>
        <a:p>
          <a:r>
            <a:rPr lang="en-US"/>
            <a:t>Proximal narrowing suspected</a:t>
          </a:r>
        </a:p>
      </dgm:t>
    </dgm:pt>
    <dgm:pt modelId="{C0F8CCB9-A23D-4CFB-8C83-1DFDBBD84B9C}" type="parTrans" cxnId="{DA40626F-9C7C-4029-97E6-B86B3CBC130B}">
      <dgm:prSet/>
      <dgm:spPr/>
      <dgm:t>
        <a:bodyPr/>
        <a:lstStyle/>
        <a:p>
          <a:endParaRPr lang="en-US"/>
        </a:p>
      </dgm:t>
    </dgm:pt>
    <dgm:pt modelId="{929D2CD5-E4ED-4134-9D47-C7ADD956AD41}" type="sibTrans" cxnId="{DA40626F-9C7C-4029-97E6-B86B3CBC130B}">
      <dgm:prSet/>
      <dgm:spPr/>
      <dgm:t>
        <a:bodyPr/>
        <a:lstStyle/>
        <a:p>
          <a:endParaRPr lang="en-US"/>
        </a:p>
      </dgm:t>
    </dgm:pt>
    <dgm:pt modelId="{D03D8950-39CE-44AE-9E44-A5795918AB94}">
      <dgm:prSet/>
      <dgm:spPr/>
      <dgm:t>
        <a:bodyPr/>
        <a:lstStyle/>
        <a:p>
          <a:r>
            <a:rPr lang="en-US"/>
            <a:t>Anatomy is uncertain</a:t>
          </a:r>
        </a:p>
      </dgm:t>
    </dgm:pt>
    <dgm:pt modelId="{DA173F86-DA29-4756-BA20-D56CDBCB3ABC}" type="parTrans" cxnId="{77D05E2B-77C0-4420-9929-72E5CAF87DC2}">
      <dgm:prSet/>
      <dgm:spPr/>
      <dgm:t>
        <a:bodyPr/>
        <a:lstStyle/>
        <a:p>
          <a:endParaRPr lang="en-US"/>
        </a:p>
      </dgm:t>
    </dgm:pt>
    <dgm:pt modelId="{8872EFA4-E1B2-42A7-9DA8-B823845FBCA4}" type="sibTrans" cxnId="{77D05E2B-77C0-4420-9929-72E5CAF87DC2}">
      <dgm:prSet/>
      <dgm:spPr/>
      <dgm:t>
        <a:bodyPr/>
        <a:lstStyle/>
        <a:p>
          <a:endParaRPr lang="en-US"/>
        </a:p>
      </dgm:t>
    </dgm:pt>
    <dgm:pt modelId="{AED41950-91CB-473C-84A8-2398DAEFBE70}">
      <dgm:prSet/>
      <dgm:spPr/>
      <dgm:t>
        <a:bodyPr/>
        <a:lstStyle/>
        <a:p>
          <a:r>
            <a:rPr lang="en-US"/>
            <a:t>CT chest/abdomen when extrinsic malignancy suspected </a:t>
          </a:r>
        </a:p>
      </dgm:t>
    </dgm:pt>
    <dgm:pt modelId="{E75B69B6-7EBE-4B5E-844A-9D9DE256189F}" type="parTrans" cxnId="{EFB232E5-3541-4BCA-BB6E-F273C59C3360}">
      <dgm:prSet/>
      <dgm:spPr/>
      <dgm:t>
        <a:bodyPr/>
        <a:lstStyle/>
        <a:p>
          <a:endParaRPr lang="en-US"/>
        </a:p>
      </dgm:t>
    </dgm:pt>
    <dgm:pt modelId="{85B1A3FE-91C1-412A-A75F-4DDF37CF2563}" type="sibTrans" cxnId="{EFB232E5-3541-4BCA-BB6E-F273C59C3360}">
      <dgm:prSet/>
      <dgm:spPr/>
      <dgm:t>
        <a:bodyPr/>
        <a:lstStyle/>
        <a:p>
          <a:endParaRPr lang="en-US"/>
        </a:p>
      </dgm:t>
    </dgm:pt>
    <dgm:pt modelId="{1FFC35B8-0E1D-534F-906F-8223BC28541C}" type="pres">
      <dgm:prSet presAssocID="{39066DAC-94EC-416D-859F-79A417E90CD8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1CE9DC2-0B56-2B43-BF80-FA4EB14BE905}" type="pres">
      <dgm:prSet presAssocID="{09867683-B606-417B-93DE-E91233AEA96E}" presName="root1" presStyleCnt="0"/>
      <dgm:spPr/>
    </dgm:pt>
    <dgm:pt modelId="{1111F923-C412-BA4C-9456-84450067B516}" type="pres">
      <dgm:prSet presAssocID="{09867683-B606-417B-93DE-E91233AEA96E}" presName="LevelOneTextNode" presStyleLbl="node0" presStyleIdx="0" presStyleCnt="3">
        <dgm:presLayoutVars>
          <dgm:chPref val="3"/>
        </dgm:presLayoutVars>
      </dgm:prSet>
      <dgm:spPr/>
    </dgm:pt>
    <dgm:pt modelId="{4063C131-DD60-D24D-A25B-57BB22E92CF5}" type="pres">
      <dgm:prSet presAssocID="{09867683-B606-417B-93DE-E91233AEA96E}" presName="level2hierChild" presStyleCnt="0"/>
      <dgm:spPr/>
    </dgm:pt>
    <dgm:pt modelId="{F434A6F0-DA6E-F443-9386-69A2BA9E977A}" type="pres">
      <dgm:prSet presAssocID="{4D2566FB-6246-49D3-A417-66ECD23AB550}" presName="root1" presStyleCnt="0"/>
      <dgm:spPr/>
    </dgm:pt>
    <dgm:pt modelId="{D29B4B80-6EF5-F742-8A2A-160C52A67A1A}" type="pres">
      <dgm:prSet presAssocID="{4D2566FB-6246-49D3-A417-66ECD23AB550}" presName="LevelOneTextNode" presStyleLbl="node0" presStyleIdx="1" presStyleCnt="3">
        <dgm:presLayoutVars>
          <dgm:chPref val="3"/>
        </dgm:presLayoutVars>
      </dgm:prSet>
      <dgm:spPr/>
    </dgm:pt>
    <dgm:pt modelId="{4609AFBF-1AD6-9244-86A6-B6FA52069DB6}" type="pres">
      <dgm:prSet presAssocID="{4D2566FB-6246-49D3-A417-66ECD23AB550}" presName="level2hierChild" presStyleCnt="0"/>
      <dgm:spPr/>
    </dgm:pt>
    <dgm:pt modelId="{7BADD525-B60F-BB45-85E6-53A33CD8BC85}" type="pres">
      <dgm:prSet presAssocID="{C0F8CCB9-A23D-4CFB-8C83-1DFDBBD84B9C}" presName="conn2-1" presStyleLbl="parChTrans1D2" presStyleIdx="0" presStyleCnt="2"/>
      <dgm:spPr/>
    </dgm:pt>
    <dgm:pt modelId="{7BA348EC-4E27-B54A-9AA7-FA8BE76D8C78}" type="pres">
      <dgm:prSet presAssocID="{C0F8CCB9-A23D-4CFB-8C83-1DFDBBD84B9C}" presName="connTx" presStyleLbl="parChTrans1D2" presStyleIdx="0" presStyleCnt="2"/>
      <dgm:spPr/>
    </dgm:pt>
    <dgm:pt modelId="{36F5C987-03BD-4143-A5CB-5A55F3AB3467}" type="pres">
      <dgm:prSet presAssocID="{7B0AD972-F942-4DB8-BDF0-7A6DFCA40334}" presName="root2" presStyleCnt="0"/>
      <dgm:spPr/>
    </dgm:pt>
    <dgm:pt modelId="{10411C66-68E6-B349-B68B-C7F5A43B8CFE}" type="pres">
      <dgm:prSet presAssocID="{7B0AD972-F942-4DB8-BDF0-7A6DFCA40334}" presName="LevelTwoTextNode" presStyleLbl="node2" presStyleIdx="0" presStyleCnt="2">
        <dgm:presLayoutVars>
          <dgm:chPref val="3"/>
        </dgm:presLayoutVars>
      </dgm:prSet>
      <dgm:spPr/>
    </dgm:pt>
    <dgm:pt modelId="{D48C4AEE-0787-EF46-BC93-583710900A88}" type="pres">
      <dgm:prSet presAssocID="{7B0AD972-F942-4DB8-BDF0-7A6DFCA40334}" presName="level3hierChild" presStyleCnt="0"/>
      <dgm:spPr/>
    </dgm:pt>
    <dgm:pt modelId="{4D6F5B2C-0162-FD4F-9798-53A7874A399D}" type="pres">
      <dgm:prSet presAssocID="{DA173F86-DA29-4756-BA20-D56CDBCB3ABC}" presName="conn2-1" presStyleLbl="parChTrans1D2" presStyleIdx="1" presStyleCnt="2"/>
      <dgm:spPr/>
    </dgm:pt>
    <dgm:pt modelId="{9E974EF4-2E0D-AA46-9372-01465C549FB4}" type="pres">
      <dgm:prSet presAssocID="{DA173F86-DA29-4756-BA20-D56CDBCB3ABC}" presName="connTx" presStyleLbl="parChTrans1D2" presStyleIdx="1" presStyleCnt="2"/>
      <dgm:spPr/>
    </dgm:pt>
    <dgm:pt modelId="{3922F2B3-81A1-EE4C-B229-095F6466811F}" type="pres">
      <dgm:prSet presAssocID="{D03D8950-39CE-44AE-9E44-A5795918AB94}" presName="root2" presStyleCnt="0"/>
      <dgm:spPr/>
    </dgm:pt>
    <dgm:pt modelId="{335CE8DB-D563-6E4B-86A3-1EA0B19B6763}" type="pres">
      <dgm:prSet presAssocID="{D03D8950-39CE-44AE-9E44-A5795918AB94}" presName="LevelTwoTextNode" presStyleLbl="node2" presStyleIdx="1" presStyleCnt="2">
        <dgm:presLayoutVars>
          <dgm:chPref val="3"/>
        </dgm:presLayoutVars>
      </dgm:prSet>
      <dgm:spPr/>
    </dgm:pt>
    <dgm:pt modelId="{357C0B7C-24A0-F94A-A115-08895DC83960}" type="pres">
      <dgm:prSet presAssocID="{D03D8950-39CE-44AE-9E44-A5795918AB94}" presName="level3hierChild" presStyleCnt="0"/>
      <dgm:spPr/>
    </dgm:pt>
    <dgm:pt modelId="{27B69F79-D71F-5444-A6F3-7428F9E81460}" type="pres">
      <dgm:prSet presAssocID="{AED41950-91CB-473C-84A8-2398DAEFBE70}" presName="root1" presStyleCnt="0"/>
      <dgm:spPr/>
    </dgm:pt>
    <dgm:pt modelId="{CBDBB830-C910-8E46-9C61-42267C37041D}" type="pres">
      <dgm:prSet presAssocID="{AED41950-91CB-473C-84A8-2398DAEFBE70}" presName="LevelOneTextNode" presStyleLbl="node0" presStyleIdx="2" presStyleCnt="3">
        <dgm:presLayoutVars>
          <dgm:chPref val="3"/>
        </dgm:presLayoutVars>
      </dgm:prSet>
      <dgm:spPr/>
    </dgm:pt>
    <dgm:pt modelId="{66A7DAEB-8976-334F-9A37-D24B64257281}" type="pres">
      <dgm:prSet presAssocID="{AED41950-91CB-473C-84A8-2398DAEFBE70}" presName="level2hierChild" presStyleCnt="0"/>
      <dgm:spPr/>
    </dgm:pt>
  </dgm:ptLst>
  <dgm:cxnLst>
    <dgm:cxn modelId="{B1371A10-596F-F645-A6D0-4851E0FF2894}" type="presOf" srcId="{09867683-B606-417B-93DE-E91233AEA96E}" destId="{1111F923-C412-BA4C-9456-84450067B516}" srcOrd="0" destOrd="0" presId="urn:microsoft.com/office/officeart/2005/8/layout/hierarchy2"/>
    <dgm:cxn modelId="{5F0A0A11-5D4F-454D-BBAB-5DCB7CE13EF7}" type="presOf" srcId="{DA173F86-DA29-4756-BA20-D56CDBCB3ABC}" destId="{4D6F5B2C-0162-FD4F-9798-53A7874A399D}" srcOrd="0" destOrd="0" presId="urn:microsoft.com/office/officeart/2005/8/layout/hierarchy2"/>
    <dgm:cxn modelId="{78D78727-30DA-FF48-9F90-71EE854FA05E}" type="presOf" srcId="{DA173F86-DA29-4756-BA20-D56CDBCB3ABC}" destId="{9E974EF4-2E0D-AA46-9372-01465C549FB4}" srcOrd="1" destOrd="0" presId="urn:microsoft.com/office/officeart/2005/8/layout/hierarchy2"/>
    <dgm:cxn modelId="{77D05E2B-77C0-4420-9929-72E5CAF87DC2}" srcId="{4D2566FB-6246-49D3-A417-66ECD23AB550}" destId="{D03D8950-39CE-44AE-9E44-A5795918AB94}" srcOrd="1" destOrd="0" parTransId="{DA173F86-DA29-4756-BA20-D56CDBCB3ABC}" sibTransId="{8872EFA4-E1B2-42A7-9DA8-B823845FBCA4}"/>
    <dgm:cxn modelId="{C6791148-37F8-684E-AA9F-740998451FA5}" type="presOf" srcId="{AED41950-91CB-473C-84A8-2398DAEFBE70}" destId="{CBDBB830-C910-8E46-9C61-42267C37041D}" srcOrd="0" destOrd="0" presId="urn:microsoft.com/office/officeart/2005/8/layout/hierarchy2"/>
    <dgm:cxn modelId="{4F12664D-58D5-6044-9962-3A1CDB0305D8}" type="presOf" srcId="{D03D8950-39CE-44AE-9E44-A5795918AB94}" destId="{335CE8DB-D563-6E4B-86A3-1EA0B19B6763}" srcOrd="0" destOrd="0" presId="urn:microsoft.com/office/officeart/2005/8/layout/hierarchy2"/>
    <dgm:cxn modelId="{DA40626F-9C7C-4029-97E6-B86B3CBC130B}" srcId="{4D2566FB-6246-49D3-A417-66ECD23AB550}" destId="{7B0AD972-F942-4DB8-BDF0-7A6DFCA40334}" srcOrd="0" destOrd="0" parTransId="{C0F8CCB9-A23D-4CFB-8C83-1DFDBBD84B9C}" sibTransId="{929D2CD5-E4ED-4134-9D47-C7ADD956AD41}"/>
    <dgm:cxn modelId="{AEF02E75-ACA9-45E1-9C49-6B7D42AE42C9}" srcId="{39066DAC-94EC-416D-859F-79A417E90CD8}" destId="{4D2566FB-6246-49D3-A417-66ECD23AB550}" srcOrd="1" destOrd="0" parTransId="{50B342C5-90C8-4449-A00C-EDDE6F8CE521}" sibTransId="{1D81A3D7-70FC-49D8-8509-7D056EF6C6D4}"/>
    <dgm:cxn modelId="{289A809D-B12C-164E-928E-F419032DC963}" type="presOf" srcId="{4D2566FB-6246-49D3-A417-66ECD23AB550}" destId="{D29B4B80-6EF5-F742-8A2A-160C52A67A1A}" srcOrd="0" destOrd="0" presId="urn:microsoft.com/office/officeart/2005/8/layout/hierarchy2"/>
    <dgm:cxn modelId="{C1A439C7-4138-7643-96C4-D7213C9447CB}" type="presOf" srcId="{39066DAC-94EC-416D-859F-79A417E90CD8}" destId="{1FFC35B8-0E1D-534F-906F-8223BC28541C}" srcOrd="0" destOrd="0" presId="urn:microsoft.com/office/officeart/2005/8/layout/hierarchy2"/>
    <dgm:cxn modelId="{07E8F6CB-3288-834C-9C63-DE4CD8AE4B21}" type="presOf" srcId="{7B0AD972-F942-4DB8-BDF0-7A6DFCA40334}" destId="{10411C66-68E6-B349-B68B-C7F5A43B8CFE}" srcOrd="0" destOrd="0" presId="urn:microsoft.com/office/officeart/2005/8/layout/hierarchy2"/>
    <dgm:cxn modelId="{1BCAE7DF-FBC7-41FB-B163-B637B408F41B}" srcId="{39066DAC-94EC-416D-859F-79A417E90CD8}" destId="{09867683-B606-417B-93DE-E91233AEA96E}" srcOrd="0" destOrd="0" parTransId="{29D1DBC2-513C-49E6-813B-7CA6E05E0318}" sibTransId="{218F5FB8-47AB-4E16-B252-FB80D6585ACE}"/>
    <dgm:cxn modelId="{7EEDB9E2-8B19-5D49-AEE9-C6F386466BD4}" type="presOf" srcId="{C0F8CCB9-A23D-4CFB-8C83-1DFDBBD84B9C}" destId="{7BADD525-B60F-BB45-85E6-53A33CD8BC85}" srcOrd="0" destOrd="0" presId="urn:microsoft.com/office/officeart/2005/8/layout/hierarchy2"/>
    <dgm:cxn modelId="{EFB232E5-3541-4BCA-BB6E-F273C59C3360}" srcId="{39066DAC-94EC-416D-859F-79A417E90CD8}" destId="{AED41950-91CB-473C-84A8-2398DAEFBE70}" srcOrd="2" destOrd="0" parTransId="{E75B69B6-7EBE-4B5E-844A-9D9DE256189F}" sibTransId="{85B1A3FE-91C1-412A-A75F-4DDF37CF2563}"/>
    <dgm:cxn modelId="{F56EDFED-76D1-D241-955C-DAB2DF5486C0}" type="presOf" srcId="{C0F8CCB9-A23D-4CFB-8C83-1DFDBBD84B9C}" destId="{7BA348EC-4E27-B54A-9AA7-FA8BE76D8C78}" srcOrd="1" destOrd="0" presId="urn:microsoft.com/office/officeart/2005/8/layout/hierarchy2"/>
    <dgm:cxn modelId="{6757139F-DD35-384D-BB89-96C5FA2E81D5}" type="presParOf" srcId="{1FFC35B8-0E1D-534F-906F-8223BC28541C}" destId="{C1CE9DC2-0B56-2B43-BF80-FA4EB14BE905}" srcOrd="0" destOrd="0" presId="urn:microsoft.com/office/officeart/2005/8/layout/hierarchy2"/>
    <dgm:cxn modelId="{288B8161-8726-9947-A358-CB80539A0D12}" type="presParOf" srcId="{C1CE9DC2-0B56-2B43-BF80-FA4EB14BE905}" destId="{1111F923-C412-BA4C-9456-84450067B516}" srcOrd="0" destOrd="0" presId="urn:microsoft.com/office/officeart/2005/8/layout/hierarchy2"/>
    <dgm:cxn modelId="{6F1BCBA1-FE30-4545-A97C-5448191FCDB2}" type="presParOf" srcId="{C1CE9DC2-0B56-2B43-BF80-FA4EB14BE905}" destId="{4063C131-DD60-D24D-A25B-57BB22E92CF5}" srcOrd="1" destOrd="0" presId="urn:microsoft.com/office/officeart/2005/8/layout/hierarchy2"/>
    <dgm:cxn modelId="{584B8FF3-7ADF-2348-894D-1F9606499DFB}" type="presParOf" srcId="{1FFC35B8-0E1D-534F-906F-8223BC28541C}" destId="{F434A6F0-DA6E-F443-9386-69A2BA9E977A}" srcOrd="1" destOrd="0" presId="urn:microsoft.com/office/officeart/2005/8/layout/hierarchy2"/>
    <dgm:cxn modelId="{C0D9ED14-A942-434A-B771-2B8B05B0B7C8}" type="presParOf" srcId="{F434A6F0-DA6E-F443-9386-69A2BA9E977A}" destId="{D29B4B80-6EF5-F742-8A2A-160C52A67A1A}" srcOrd="0" destOrd="0" presId="urn:microsoft.com/office/officeart/2005/8/layout/hierarchy2"/>
    <dgm:cxn modelId="{65EDED74-13F5-3C4B-A550-EED08225C947}" type="presParOf" srcId="{F434A6F0-DA6E-F443-9386-69A2BA9E977A}" destId="{4609AFBF-1AD6-9244-86A6-B6FA52069DB6}" srcOrd="1" destOrd="0" presId="urn:microsoft.com/office/officeart/2005/8/layout/hierarchy2"/>
    <dgm:cxn modelId="{8BCD2910-40C0-FE42-987B-69D39A650583}" type="presParOf" srcId="{4609AFBF-1AD6-9244-86A6-B6FA52069DB6}" destId="{7BADD525-B60F-BB45-85E6-53A33CD8BC85}" srcOrd="0" destOrd="0" presId="urn:microsoft.com/office/officeart/2005/8/layout/hierarchy2"/>
    <dgm:cxn modelId="{B9150352-9ECA-EB4C-99ED-FAA100FB7C59}" type="presParOf" srcId="{7BADD525-B60F-BB45-85E6-53A33CD8BC85}" destId="{7BA348EC-4E27-B54A-9AA7-FA8BE76D8C78}" srcOrd="0" destOrd="0" presId="urn:microsoft.com/office/officeart/2005/8/layout/hierarchy2"/>
    <dgm:cxn modelId="{EFA27913-BB96-D249-82AD-00697263FC7C}" type="presParOf" srcId="{4609AFBF-1AD6-9244-86A6-B6FA52069DB6}" destId="{36F5C987-03BD-4143-A5CB-5A55F3AB3467}" srcOrd="1" destOrd="0" presId="urn:microsoft.com/office/officeart/2005/8/layout/hierarchy2"/>
    <dgm:cxn modelId="{EF596CD9-6CC3-0349-8A25-4240725DC658}" type="presParOf" srcId="{36F5C987-03BD-4143-A5CB-5A55F3AB3467}" destId="{10411C66-68E6-B349-B68B-C7F5A43B8CFE}" srcOrd="0" destOrd="0" presId="urn:microsoft.com/office/officeart/2005/8/layout/hierarchy2"/>
    <dgm:cxn modelId="{BF712AA6-11FF-5F43-93E8-FD6B27CB785F}" type="presParOf" srcId="{36F5C987-03BD-4143-A5CB-5A55F3AB3467}" destId="{D48C4AEE-0787-EF46-BC93-583710900A88}" srcOrd="1" destOrd="0" presId="urn:microsoft.com/office/officeart/2005/8/layout/hierarchy2"/>
    <dgm:cxn modelId="{63A9F052-C750-554F-B67B-F8690E55A499}" type="presParOf" srcId="{4609AFBF-1AD6-9244-86A6-B6FA52069DB6}" destId="{4D6F5B2C-0162-FD4F-9798-53A7874A399D}" srcOrd="2" destOrd="0" presId="urn:microsoft.com/office/officeart/2005/8/layout/hierarchy2"/>
    <dgm:cxn modelId="{4C7E95CF-E241-A940-ACCE-771EFB1DA27D}" type="presParOf" srcId="{4D6F5B2C-0162-FD4F-9798-53A7874A399D}" destId="{9E974EF4-2E0D-AA46-9372-01465C549FB4}" srcOrd="0" destOrd="0" presId="urn:microsoft.com/office/officeart/2005/8/layout/hierarchy2"/>
    <dgm:cxn modelId="{A8BBA03A-1D98-CC42-8A9D-5E6388230264}" type="presParOf" srcId="{4609AFBF-1AD6-9244-86A6-B6FA52069DB6}" destId="{3922F2B3-81A1-EE4C-B229-095F6466811F}" srcOrd="3" destOrd="0" presId="urn:microsoft.com/office/officeart/2005/8/layout/hierarchy2"/>
    <dgm:cxn modelId="{FF78936D-38AF-014E-A7E9-83BBDECC96F2}" type="presParOf" srcId="{3922F2B3-81A1-EE4C-B229-095F6466811F}" destId="{335CE8DB-D563-6E4B-86A3-1EA0B19B6763}" srcOrd="0" destOrd="0" presId="urn:microsoft.com/office/officeart/2005/8/layout/hierarchy2"/>
    <dgm:cxn modelId="{70715038-A777-104C-82D5-B0E4060B6601}" type="presParOf" srcId="{3922F2B3-81A1-EE4C-B229-095F6466811F}" destId="{357C0B7C-24A0-F94A-A115-08895DC83960}" srcOrd="1" destOrd="0" presId="urn:microsoft.com/office/officeart/2005/8/layout/hierarchy2"/>
    <dgm:cxn modelId="{06798B3C-37BF-2349-B678-654824BDF1A4}" type="presParOf" srcId="{1FFC35B8-0E1D-534F-906F-8223BC28541C}" destId="{27B69F79-D71F-5444-A6F3-7428F9E81460}" srcOrd="2" destOrd="0" presId="urn:microsoft.com/office/officeart/2005/8/layout/hierarchy2"/>
    <dgm:cxn modelId="{D008A802-1839-8B4B-9538-18A08FB63A60}" type="presParOf" srcId="{27B69F79-D71F-5444-A6F3-7428F9E81460}" destId="{CBDBB830-C910-8E46-9C61-42267C37041D}" srcOrd="0" destOrd="0" presId="urn:microsoft.com/office/officeart/2005/8/layout/hierarchy2"/>
    <dgm:cxn modelId="{5D2EB8BB-09C6-2E44-8DE0-40DE2D158AC7}" type="presParOf" srcId="{27B69F79-D71F-5444-A6F3-7428F9E81460}" destId="{66A7DAEB-8976-334F-9A37-D24B64257281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6364C29-D8FB-48EB-A19D-5AC20031662E}" type="doc">
      <dgm:prSet loTypeId="urn:microsoft.com/office/officeart/2005/8/layout/vList5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831C20C3-4243-409E-B7E9-8085D602CD42}">
      <dgm:prSet/>
      <dgm:spPr/>
      <dgm:t>
        <a:bodyPr/>
        <a:lstStyle/>
        <a:p>
          <a:r>
            <a:rPr lang="en-US"/>
            <a:t>Tx the underlying cause!</a:t>
          </a:r>
        </a:p>
      </dgm:t>
    </dgm:pt>
    <dgm:pt modelId="{2A4780A4-CA5B-4BF0-8B02-EAA4E7502F51}" type="parTrans" cxnId="{6D2E7A06-DF04-4710-9F7B-2AF608FF3670}">
      <dgm:prSet/>
      <dgm:spPr/>
      <dgm:t>
        <a:bodyPr/>
        <a:lstStyle/>
        <a:p>
          <a:endParaRPr lang="en-US"/>
        </a:p>
      </dgm:t>
    </dgm:pt>
    <dgm:pt modelId="{EEE80572-3329-46DD-B971-EAF02EF8E940}" type="sibTrans" cxnId="{6D2E7A06-DF04-4710-9F7B-2AF608FF3670}">
      <dgm:prSet/>
      <dgm:spPr/>
      <dgm:t>
        <a:bodyPr/>
        <a:lstStyle/>
        <a:p>
          <a:endParaRPr lang="en-US"/>
        </a:p>
      </dgm:t>
    </dgm:pt>
    <dgm:pt modelId="{3574C56F-DABE-4A30-AB62-5A32A68A5BB7}">
      <dgm:prSet/>
      <dgm:spPr/>
      <dgm:t>
        <a:bodyPr/>
        <a:lstStyle/>
        <a:p>
          <a:r>
            <a:rPr lang="en-US"/>
            <a:t>PPI for peptic strictures</a:t>
          </a:r>
        </a:p>
      </dgm:t>
    </dgm:pt>
    <dgm:pt modelId="{3106A045-100D-4DAD-8F28-44CB0F82A9FD}" type="parTrans" cxnId="{B7926766-633F-4863-8565-DB474A1722F4}">
      <dgm:prSet/>
      <dgm:spPr/>
      <dgm:t>
        <a:bodyPr/>
        <a:lstStyle/>
        <a:p>
          <a:endParaRPr lang="en-US"/>
        </a:p>
      </dgm:t>
    </dgm:pt>
    <dgm:pt modelId="{E7C9AF63-1756-4B17-A3CD-EE99275E8D66}" type="sibTrans" cxnId="{B7926766-633F-4863-8565-DB474A1722F4}">
      <dgm:prSet/>
      <dgm:spPr/>
      <dgm:t>
        <a:bodyPr/>
        <a:lstStyle/>
        <a:p>
          <a:endParaRPr lang="en-US"/>
        </a:p>
      </dgm:t>
    </dgm:pt>
    <dgm:pt modelId="{6A658F9C-A2A0-4691-8DC5-0B41DE30B92E}">
      <dgm:prSet/>
      <dgm:spPr/>
      <dgm:t>
        <a:bodyPr/>
        <a:lstStyle/>
        <a:p>
          <a:r>
            <a:rPr lang="en-US"/>
            <a:t>Steroids for EoE</a:t>
          </a:r>
        </a:p>
      </dgm:t>
    </dgm:pt>
    <dgm:pt modelId="{13BC9C1B-9B0D-4E46-8CC0-D51D16455668}" type="parTrans" cxnId="{555A4B52-761C-487D-A536-9D9DC00D76FA}">
      <dgm:prSet/>
      <dgm:spPr/>
      <dgm:t>
        <a:bodyPr/>
        <a:lstStyle/>
        <a:p>
          <a:endParaRPr lang="en-US"/>
        </a:p>
      </dgm:t>
    </dgm:pt>
    <dgm:pt modelId="{56BEF1CE-93AB-4B6D-A86C-46959C81F104}" type="sibTrans" cxnId="{555A4B52-761C-487D-A536-9D9DC00D76FA}">
      <dgm:prSet/>
      <dgm:spPr/>
      <dgm:t>
        <a:bodyPr/>
        <a:lstStyle/>
        <a:p>
          <a:endParaRPr lang="en-US"/>
        </a:p>
      </dgm:t>
    </dgm:pt>
    <dgm:pt modelId="{6BA78010-71F6-413F-B379-D31BCFC50721}">
      <dgm:prSet/>
      <dgm:spPr/>
      <dgm:t>
        <a:bodyPr/>
        <a:lstStyle/>
        <a:p>
          <a:r>
            <a:rPr lang="en-US"/>
            <a:t>Endoscopic balloon or dilation</a:t>
          </a:r>
        </a:p>
      </dgm:t>
    </dgm:pt>
    <dgm:pt modelId="{207111CD-237E-4729-9AA2-6433F19DD995}" type="parTrans" cxnId="{E085BFA9-329F-44E2-BB30-AA26C280EE73}">
      <dgm:prSet/>
      <dgm:spPr/>
      <dgm:t>
        <a:bodyPr/>
        <a:lstStyle/>
        <a:p>
          <a:endParaRPr lang="en-US"/>
        </a:p>
      </dgm:t>
    </dgm:pt>
    <dgm:pt modelId="{EFF0364D-F2B5-4AEC-A6BE-6307F9E0F7DC}" type="sibTrans" cxnId="{E085BFA9-329F-44E2-BB30-AA26C280EE73}">
      <dgm:prSet/>
      <dgm:spPr/>
      <dgm:t>
        <a:bodyPr/>
        <a:lstStyle/>
        <a:p>
          <a:endParaRPr lang="en-US"/>
        </a:p>
      </dgm:t>
    </dgm:pt>
    <dgm:pt modelId="{CBBCF015-FDE5-4A20-AE48-2F6B13AB3B9F}">
      <dgm:prSet/>
      <dgm:spPr/>
      <dgm:t>
        <a:bodyPr/>
        <a:lstStyle/>
        <a:p>
          <a:r>
            <a:rPr lang="en-US"/>
            <a:t>Always counsel about perforation risk!</a:t>
          </a:r>
        </a:p>
      </dgm:t>
    </dgm:pt>
    <dgm:pt modelId="{541DF943-374F-42A4-BFE1-442BC797E8B6}" type="parTrans" cxnId="{0981AB48-0DC4-4B1C-8301-F8C94894F5BC}">
      <dgm:prSet/>
      <dgm:spPr/>
      <dgm:t>
        <a:bodyPr/>
        <a:lstStyle/>
        <a:p>
          <a:endParaRPr lang="en-US"/>
        </a:p>
      </dgm:t>
    </dgm:pt>
    <dgm:pt modelId="{4792955F-97C7-48CF-B72F-5103F8C9B145}" type="sibTrans" cxnId="{0981AB48-0DC4-4B1C-8301-F8C94894F5BC}">
      <dgm:prSet/>
      <dgm:spPr/>
      <dgm:t>
        <a:bodyPr/>
        <a:lstStyle/>
        <a:p>
          <a:endParaRPr lang="en-US"/>
        </a:p>
      </dgm:t>
    </dgm:pt>
    <dgm:pt modelId="{A11BE80D-AA8B-414B-9B6E-0698D4A13FE9}" type="pres">
      <dgm:prSet presAssocID="{96364C29-D8FB-48EB-A19D-5AC20031662E}" presName="Name0" presStyleCnt="0">
        <dgm:presLayoutVars>
          <dgm:dir/>
          <dgm:animLvl val="lvl"/>
          <dgm:resizeHandles val="exact"/>
        </dgm:presLayoutVars>
      </dgm:prSet>
      <dgm:spPr/>
    </dgm:pt>
    <dgm:pt modelId="{2D2473C5-4B25-6F4D-B3F7-32AD6156E74D}" type="pres">
      <dgm:prSet presAssocID="{831C20C3-4243-409E-B7E9-8085D602CD42}" presName="linNode" presStyleCnt="0"/>
      <dgm:spPr/>
    </dgm:pt>
    <dgm:pt modelId="{E5220500-224A-2347-87B8-E0D43C795DAC}" type="pres">
      <dgm:prSet presAssocID="{831C20C3-4243-409E-B7E9-8085D602CD42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2028F7FF-EECC-4443-8CEC-714D4F4EFA0C}" type="pres">
      <dgm:prSet presAssocID="{831C20C3-4243-409E-B7E9-8085D602CD42}" presName="descendantText" presStyleLbl="alignAccFollowNode1" presStyleIdx="0" presStyleCnt="1">
        <dgm:presLayoutVars>
          <dgm:bulletEnabled val="1"/>
        </dgm:presLayoutVars>
      </dgm:prSet>
      <dgm:spPr/>
    </dgm:pt>
    <dgm:pt modelId="{EBAAE924-E17F-8E4E-80DA-6471727E8468}" type="pres">
      <dgm:prSet presAssocID="{EEE80572-3329-46DD-B971-EAF02EF8E940}" presName="sp" presStyleCnt="0"/>
      <dgm:spPr/>
    </dgm:pt>
    <dgm:pt modelId="{121C24F9-03D5-7141-8B71-E5A43FF7F301}" type="pres">
      <dgm:prSet presAssocID="{6BA78010-71F6-413F-B379-D31BCFC50721}" presName="linNode" presStyleCnt="0"/>
      <dgm:spPr/>
    </dgm:pt>
    <dgm:pt modelId="{56D55220-E125-C74D-A1A2-C2BA2B9AC0A6}" type="pres">
      <dgm:prSet presAssocID="{6BA78010-71F6-413F-B379-D31BCFC50721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A8BBCB49-8D93-3347-A343-6B1A8601F589}" type="pres">
      <dgm:prSet presAssocID="{EFF0364D-F2B5-4AEC-A6BE-6307F9E0F7DC}" presName="sp" presStyleCnt="0"/>
      <dgm:spPr/>
    </dgm:pt>
    <dgm:pt modelId="{BC9A4C65-839F-4047-A4C9-738247D980FF}" type="pres">
      <dgm:prSet presAssocID="{CBBCF015-FDE5-4A20-AE48-2F6B13AB3B9F}" presName="linNode" presStyleCnt="0"/>
      <dgm:spPr/>
    </dgm:pt>
    <dgm:pt modelId="{86B2B24E-18EA-BF41-A9D6-089D83B352F8}" type="pres">
      <dgm:prSet presAssocID="{CBBCF015-FDE5-4A20-AE48-2F6B13AB3B9F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6D2E7A06-DF04-4710-9F7B-2AF608FF3670}" srcId="{96364C29-D8FB-48EB-A19D-5AC20031662E}" destId="{831C20C3-4243-409E-B7E9-8085D602CD42}" srcOrd="0" destOrd="0" parTransId="{2A4780A4-CA5B-4BF0-8B02-EAA4E7502F51}" sibTransId="{EEE80572-3329-46DD-B971-EAF02EF8E940}"/>
    <dgm:cxn modelId="{5E83591B-C1A7-E04B-9D72-D8C27D37488E}" type="presOf" srcId="{CBBCF015-FDE5-4A20-AE48-2F6B13AB3B9F}" destId="{86B2B24E-18EA-BF41-A9D6-089D83B352F8}" srcOrd="0" destOrd="0" presId="urn:microsoft.com/office/officeart/2005/8/layout/vList5"/>
    <dgm:cxn modelId="{AE346A21-26C2-A34D-937E-8C65575B74AC}" type="presOf" srcId="{6A658F9C-A2A0-4691-8DC5-0B41DE30B92E}" destId="{2028F7FF-EECC-4443-8CEC-714D4F4EFA0C}" srcOrd="0" destOrd="1" presId="urn:microsoft.com/office/officeart/2005/8/layout/vList5"/>
    <dgm:cxn modelId="{1FEEC128-520B-2642-992E-0904EFDBFCA3}" type="presOf" srcId="{831C20C3-4243-409E-B7E9-8085D602CD42}" destId="{E5220500-224A-2347-87B8-E0D43C795DAC}" srcOrd="0" destOrd="0" presId="urn:microsoft.com/office/officeart/2005/8/layout/vList5"/>
    <dgm:cxn modelId="{1A1C5862-6FE1-274E-9A78-E9B7D2798DB1}" type="presOf" srcId="{3574C56F-DABE-4A30-AB62-5A32A68A5BB7}" destId="{2028F7FF-EECC-4443-8CEC-714D4F4EFA0C}" srcOrd="0" destOrd="0" presId="urn:microsoft.com/office/officeart/2005/8/layout/vList5"/>
    <dgm:cxn modelId="{B7926766-633F-4863-8565-DB474A1722F4}" srcId="{831C20C3-4243-409E-B7E9-8085D602CD42}" destId="{3574C56F-DABE-4A30-AB62-5A32A68A5BB7}" srcOrd="0" destOrd="0" parTransId="{3106A045-100D-4DAD-8F28-44CB0F82A9FD}" sibTransId="{E7C9AF63-1756-4B17-A3CD-EE99275E8D66}"/>
    <dgm:cxn modelId="{0981AB48-0DC4-4B1C-8301-F8C94894F5BC}" srcId="{96364C29-D8FB-48EB-A19D-5AC20031662E}" destId="{CBBCF015-FDE5-4A20-AE48-2F6B13AB3B9F}" srcOrd="2" destOrd="0" parTransId="{541DF943-374F-42A4-BFE1-442BC797E8B6}" sibTransId="{4792955F-97C7-48CF-B72F-5103F8C9B145}"/>
    <dgm:cxn modelId="{555A4B52-761C-487D-A536-9D9DC00D76FA}" srcId="{831C20C3-4243-409E-B7E9-8085D602CD42}" destId="{6A658F9C-A2A0-4691-8DC5-0B41DE30B92E}" srcOrd="1" destOrd="0" parTransId="{13BC9C1B-9B0D-4E46-8CC0-D51D16455668}" sibTransId="{56BEF1CE-93AB-4B6D-A86C-46959C81F104}"/>
    <dgm:cxn modelId="{0299C27A-01BD-9D42-B719-2FF71D087F61}" type="presOf" srcId="{96364C29-D8FB-48EB-A19D-5AC20031662E}" destId="{A11BE80D-AA8B-414B-9B6E-0698D4A13FE9}" srcOrd="0" destOrd="0" presId="urn:microsoft.com/office/officeart/2005/8/layout/vList5"/>
    <dgm:cxn modelId="{E085BFA9-329F-44E2-BB30-AA26C280EE73}" srcId="{96364C29-D8FB-48EB-A19D-5AC20031662E}" destId="{6BA78010-71F6-413F-B379-D31BCFC50721}" srcOrd="1" destOrd="0" parTransId="{207111CD-237E-4729-9AA2-6433F19DD995}" sibTransId="{EFF0364D-F2B5-4AEC-A6BE-6307F9E0F7DC}"/>
    <dgm:cxn modelId="{BCA6B4AA-5935-2949-936C-CAF4CB9F8548}" type="presOf" srcId="{6BA78010-71F6-413F-B379-D31BCFC50721}" destId="{56D55220-E125-C74D-A1A2-C2BA2B9AC0A6}" srcOrd="0" destOrd="0" presId="urn:microsoft.com/office/officeart/2005/8/layout/vList5"/>
    <dgm:cxn modelId="{BE79AAD6-5514-6E49-9A59-2D224F3EDE83}" type="presParOf" srcId="{A11BE80D-AA8B-414B-9B6E-0698D4A13FE9}" destId="{2D2473C5-4B25-6F4D-B3F7-32AD6156E74D}" srcOrd="0" destOrd="0" presId="urn:microsoft.com/office/officeart/2005/8/layout/vList5"/>
    <dgm:cxn modelId="{9979109F-5974-4245-8DEF-8D16981B54E3}" type="presParOf" srcId="{2D2473C5-4B25-6F4D-B3F7-32AD6156E74D}" destId="{E5220500-224A-2347-87B8-E0D43C795DAC}" srcOrd="0" destOrd="0" presId="urn:microsoft.com/office/officeart/2005/8/layout/vList5"/>
    <dgm:cxn modelId="{FC9673BF-5C9E-6842-9BCF-99CDCA5B69B1}" type="presParOf" srcId="{2D2473C5-4B25-6F4D-B3F7-32AD6156E74D}" destId="{2028F7FF-EECC-4443-8CEC-714D4F4EFA0C}" srcOrd="1" destOrd="0" presId="urn:microsoft.com/office/officeart/2005/8/layout/vList5"/>
    <dgm:cxn modelId="{A76A0A62-A937-FE4C-9C7E-0557CC2DBAEA}" type="presParOf" srcId="{A11BE80D-AA8B-414B-9B6E-0698D4A13FE9}" destId="{EBAAE924-E17F-8E4E-80DA-6471727E8468}" srcOrd="1" destOrd="0" presId="urn:microsoft.com/office/officeart/2005/8/layout/vList5"/>
    <dgm:cxn modelId="{89B39B25-11AC-8D43-9CB2-651A19FFC22D}" type="presParOf" srcId="{A11BE80D-AA8B-414B-9B6E-0698D4A13FE9}" destId="{121C24F9-03D5-7141-8B71-E5A43FF7F301}" srcOrd="2" destOrd="0" presId="urn:microsoft.com/office/officeart/2005/8/layout/vList5"/>
    <dgm:cxn modelId="{33198538-D795-4F4D-8306-84F9190F0205}" type="presParOf" srcId="{121C24F9-03D5-7141-8B71-E5A43FF7F301}" destId="{56D55220-E125-C74D-A1A2-C2BA2B9AC0A6}" srcOrd="0" destOrd="0" presId="urn:microsoft.com/office/officeart/2005/8/layout/vList5"/>
    <dgm:cxn modelId="{ABC9F3B7-8F66-314E-B027-13942C8E47AE}" type="presParOf" srcId="{A11BE80D-AA8B-414B-9B6E-0698D4A13FE9}" destId="{A8BBCB49-8D93-3347-A343-6B1A8601F589}" srcOrd="3" destOrd="0" presId="urn:microsoft.com/office/officeart/2005/8/layout/vList5"/>
    <dgm:cxn modelId="{329AB94C-3E55-D14B-BCC5-91C941A71F37}" type="presParOf" srcId="{A11BE80D-AA8B-414B-9B6E-0698D4A13FE9}" destId="{BC9A4C65-839F-4047-A4C9-738247D980FF}" srcOrd="4" destOrd="0" presId="urn:microsoft.com/office/officeart/2005/8/layout/vList5"/>
    <dgm:cxn modelId="{FFFEF1C9-3D3C-5243-A640-A6BEE6322121}" type="presParOf" srcId="{BC9A4C65-839F-4047-A4C9-738247D980FF}" destId="{86B2B24E-18EA-BF41-A9D6-089D83B352F8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8E644BE-31E0-497F-AD0B-40285C8408D2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DDF60E0-2732-4780-8E1E-82E84BF2FB34}">
      <dgm:prSet/>
      <dgm:spPr/>
      <dgm:t>
        <a:bodyPr/>
        <a:lstStyle/>
        <a:p>
          <a:r>
            <a:rPr lang="en-US"/>
            <a:t>Schatzki Ring</a:t>
          </a:r>
        </a:p>
      </dgm:t>
    </dgm:pt>
    <dgm:pt modelId="{B306FDFF-A24F-4B5A-A27A-F07A76A09326}" type="parTrans" cxnId="{59545F7B-5CB6-4700-850F-532CDDD1D4B0}">
      <dgm:prSet/>
      <dgm:spPr/>
      <dgm:t>
        <a:bodyPr/>
        <a:lstStyle/>
        <a:p>
          <a:endParaRPr lang="en-US"/>
        </a:p>
      </dgm:t>
    </dgm:pt>
    <dgm:pt modelId="{A470924B-398A-4810-91FF-03B926853975}" type="sibTrans" cxnId="{59545F7B-5CB6-4700-850F-532CDDD1D4B0}">
      <dgm:prSet/>
      <dgm:spPr/>
      <dgm:t>
        <a:bodyPr/>
        <a:lstStyle/>
        <a:p>
          <a:endParaRPr lang="en-US"/>
        </a:p>
      </dgm:t>
    </dgm:pt>
    <dgm:pt modelId="{DE110B76-4E15-4619-88D7-45248EC72FA0}">
      <dgm:prSet/>
      <dgm:spPr/>
      <dgm:t>
        <a:bodyPr/>
        <a:lstStyle/>
        <a:p>
          <a:r>
            <a:rPr lang="en-US"/>
            <a:t>Thin, circumferential mucosal ring </a:t>
          </a:r>
        </a:p>
      </dgm:t>
    </dgm:pt>
    <dgm:pt modelId="{E7036343-0738-4909-9207-43249392F6EC}" type="parTrans" cxnId="{E03BB793-FA0E-4980-8978-AADD04D05E9E}">
      <dgm:prSet/>
      <dgm:spPr/>
      <dgm:t>
        <a:bodyPr/>
        <a:lstStyle/>
        <a:p>
          <a:endParaRPr lang="en-US"/>
        </a:p>
      </dgm:t>
    </dgm:pt>
    <dgm:pt modelId="{14035E1D-D122-4DF4-81AB-F34558A4EADB}" type="sibTrans" cxnId="{E03BB793-FA0E-4980-8978-AADD04D05E9E}">
      <dgm:prSet/>
      <dgm:spPr/>
      <dgm:t>
        <a:bodyPr/>
        <a:lstStyle/>
        <a:p>
          <a:endParaRPr lang="en-US"/>
        </a:p>
      </dgm:t>
    </dgm:pt>
    <dgm:pt modelId="{6D9A8812-5F72-480F-9056-28055402361D}">
      <dgm:prSet/>
      <dgm:spPr/>
      <dgm:t>
        <a:bodyPr/>
        <a:lstStyle/>
        <a:p>
          <a:r>
            <a:rPr lang="en-US"/>
            <a:t>Sometimes assoc w/ reflux and EoE</a:t>
          </a:r>
        </a:p>
      </dgm:t>
    </dgm:pt>
    <dgm:pt modelId="{299ACF36-2A76-425D-A7DF-20DEFD010CE8}" type="parTrans" cxnId="{57017321-E97C-4242-831E-322448C14328}">
      <dgm:prSet/>
      <dgm:spPr/>
      <dgm:t>
        <a:bodyPr/>
        <a:lstStyle/>
        <a:p>
          <a:endParaRPr lang="en-US"/>
        </a:p>
      </dgm:t>
    </dgm:pt>
    <dgm:pt modelId="{76BF7F1B-B20A-4BAC-8F9D-F359BD11CA7F}" type="sibTrans" cxnId="{57017321-E97C-4242-831E-322448C14328}">
      <dgm:prSet/>
      <dgm:spPr/>
      <dgm:t>
        <a:bodyPr/>
        <a:lstStyle/>
        <a:p>
          <a:endParaRPr lang="en-US"/>
        </a:p>
      </dgm:t>
    </dgm:pt>
    <dgm:pt modelId="{587FB452-EA56-4188-B4C1-01CA5D924E01}">
      <dgm:prSet/>
      <dgm:spPr/>
      <dgm:t>
        <a:bodyPr/>
        <a:lstStyle/>
        <a:p>
          <a:r>
            <a:rPr lang="en-US"/>
            <a:t>Sx: intermittent solid dysphagia</a:t>
          </a:r>
        </a:p>
      </dgm:t>
    </dgm:pt>
    <dgm:pt modelId="{3D8E7D2F-A7F1-4B85-A29D-9A8DD77161CA}" type="parTrans" cxnId="{14F696BC-5A0B-457D-81F0-C86FF418CC4E}">
      <dgm:prSet/>
      <dgm:spPr/>
      <dgm:t>
        <a:bodyPr/>
        <a:lstStyle/>
        <a:p>
          <a:endParaRPr lang="en-US"/>
        </a:p>
      </dgm:t>
    </dgm:pt>
    <dgm:pt modelId="{C2D0DA98-6673-48CB-B29B-570F9C334992}" type="sibTrans" cxnId="{14F696BC-5A0B-457D-81F0-C86FF418CC4E}">
      <dgm:prSet/>
      <dgm:spPr/>
      <dgm:t>
        <a:bodyPr/>
        <a:lstStyle/>
        <a:p>
          <a:endParaRPr lang="en-US"/>
        </a:p>
      </dgm:t>
    </dgm:pt>
    <dgm:pt modelId="{8687C956-AC51-43A8-92E0-5D4F6F8D22F7}">
      <dgm:prSet/>
      <dgm:spPr/>
      <dgm:t>
        <a:bodyPr/>
        <a:lstStyle/>
        <a:p>
          <a:r>
            <a:rPr lang="en-US"/>
            <a:t>“steakhouse syndrome”</a:t>
          </a:r>
        </a:p>
      </dgm:t>
    </dgm:pt>
    <dgm:pt modelId="{54273775-11AD-4564-AD0D-094FFF019117}" type="parTrans" cxnId="{6D2799E8-EC7F-4574-B936-1DC4C18557EA}">
      <dgm:prSet/>
      <dgm:spPr/>
      <dgm:t>
        <a:bodyPr/>
        <a:lstStyle/>
        <a:p>
          <a:endParaRPr lang="en-US"/>
        </a:p>
      </dgm:t>
    </dgm:pt>
    <dgm:pt modelId="{A078E31C-E519-48CB-BA54-5D665955DC1B}" type="sibTrans" cxnId="{6D2799E8-EC7F-4574-B936-1DC4C18557EA}">
      <dgm:prSet/>
      <dgm:spPr/>
      <dgm:t>
        <a:bodyPr/>
        <a:lstStyle/>
        <a:p>
          <a:endParaRPr lang="en-US"/>
        </a:p>
      </dgm:t>
    </dgm:pt>
    <dgm:pt modelId="{C0E512FB-8DD8-48B5-A839-30BEBF486064}">
      <dgm:prSet/>
      <dgm:spPr/>
      <dgm:t>
        <a:bodyPr/>
        <a:lstStyle/>
        <a:p>
          <a:r>
            <a:rPr lang="en-US"/>
            <a:t>Tx: dilation</a:t>
          </a:r>
        </a:p>
      </dgm:t>
    </dgm:pt>
    <dgm:pt modelId="{382345B2-8EE7-4212-B72E-445B14A827E4}" type="parTrans" cxnId="{CF5FA4A5-3157-4BEA-BFBC-7F8727A750C4}">
      <dgm:prSet/>
      <dgm:spPr/>
      <dgm:t>
        <a:bodyPr/>
        <a:lstStyle/>
        <a:p>
          <a:endParaRPr lang="en-US"/>
        </a:p>
      </dgm:t>
    </dgm:pt>
    <dgm:pt modelId="{BBF432B6-727D-4C7E-AF10-E32D65EDFDB1}" type="sibTrans" cxnId="{CF5FA4A5-3157-4BEA-BFBC-7F8727A750C4}">
      <dgm:prSet/>
      <dgm:spPr/>
      <dgm:t>
        <a:bodyPr/>
        <a:lstStyle/>
        <a:p>
          <a:endParaRPr lang="en-US"/>
        </a:p>
      </dgm:t>
    </dgm:pt>
    <dgm:pt modelId="{67E587C0-E8D3-47A1-A7CA-8484E59E9160}">
      <dgm:prSet/>
      <dgm:spPr/>
      <dgm:t>
        <a:bodyPr/>
        <a:lstStyle/>
        <a:p>
          <a:r>
            <a:rPr lang="en-US"/>
            <a:t>Esophageal Webs</a:t>
          </a:r>
        </a:p>
      </dgm:t>
    </dgm:pt>
    <dgm:pt modelId="{319E99E8-A7F4-4FBD-9375-4DBC8CB4D915}" type="parTrans" cxnId="{C1864A69-F64C-48FC-8047-0AD68961707F}">
      <dgm:prSet/>
      <dgm:spPr/>
      <dgm:t>
        <a:bodyPr/>
        <a:lstStyle/>
        <a:p>
          <a:endParaRPr lang="en-US"/>
        </a:p>
      </dgm:t>
    </dgm:pt>
    <dgm:pt modelId="{DF79A846-D998-413F-8366-FE5B00D3714E}" type="sibTrans" cxnId="{C1864A69-F64C-48FC-8047-0AD68961707F}">
      <dgm:prSet/>
      <dgm:spPr/>
      <dgm:t>
        <a:bodyPr/>
        <a:lstStyle/>
        <a:p>
          <a:endParaRPr lang="en-US"/>
        </a:p>
      </dgm:t>
    </dgm:pt>
    <dgm:pt modelId="{F7BB0D97-803A-4737-8994-DFA5F3DE15B8}">
      <dgm:prSet/>
      <dgm:spPr/>
      <dgm:t>
        <a:bodyPr/>
        <a:lstStyle/>
        <a:p>
          <a:r>
            <a:rPr lang="en-US"/>
            <a:t>Thin, cervical mucosal membranes </a:t>
          </a:r>
        </a:p>
      </dgm:t>
    </dgm:pt>
    <dgm:pt modelId="{BF4B15AA-29DE-4D43-AA86-21EBBAF757D9}" type="parTrans" cxnId="{E8BE4E2C-7C3C-4BF4-9281-5DE6CD4D194C}">
      <dgm:prSet/>
      <dgm:spPr/>
      <dgm:t>
        <a:bodyPr/>
        <a:lstStyle/>
        <a:p>
          <a:endParaRPr lang="en-US"/>
        </a:p>
      </dgm:t>
    </dgm:pt>
    <dgm:pt modelId="{AE473328-EC78-470E-A3DC-1DF87A3603BF}" type="sibTrans" cxnId="{E8BE4E2C-7C3C-4BF4-9281-5DE6CD4D194C}">
      <dgm:prSet/>
      <dgm:spPr/>
      <dgm:t>
        <a:bodyPr/>
        <a:lstStyle/>
        <a:p>
          <a:endParaRPr lang="en-US"/>
        </a:p>
      </dgm:t>
    </dgm:pt>
    <dgm:pt modelId="{5DD816A9-FDA8-4878-9F96-1F5A3CD3DE88}">
      <dgm:prSet/>
      <dgm:spPr/>
      <dgm:t>
        <a:bodyPr/>
        <a:lstStyle/>
        <a:p>
          <a:r>
            <a:rPr lang="en-US"/>
            <a:t>May be assoc w/ iron deficiency anemia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think Plummer Vinson Syndrome</a:t>
          </a:r>
        </a:p>
      </dgm:t>
    </dgm:pt>
    <dgm:pt modelId="{7F308578-00E1-4C59-8C3C-367E65109924}" type="parTrans" cxnId="{3FE2593C-DBE5-45D2-959A-F1DA2A22622A}">
      <dgm:prSet/>
      <dgm:spPr/>
      <dgm:t>
        <a:bodyPr/>
        <a:lstStyle/>
        <a:p>
          <a:endParaRPr lang="en-US"/>
        </a:p>
      </dgm:t>
    </dgm:pt>
    <dgm:pt modelId="{815E71D3-C4DF-4184-B61F-32F327BBE7FA}" type="sibTrans" cxnId="{3FE2593C-DBE5-45D2-959A-F1DA2A22622A}">
      <dgm:prSet/>
      <dgm:spPr/>
      <dgm:t>
        <a:bodyPr/>
        <a:lstStyle/>
        <a:p>
          <a:endParaRPr lang="en-US"/>
        </a:p>
      </dgm:t>
    </dgm:pt>
    <dgm:pt modelId="{9292326D-11CA-426F-96BF-8908D3E6BBFB}">
      <dgm:prSet/>
      <dgm:spPr/>
      <dgm:t>
        <a:bodyPr/>
        <a:lstStyle/>
        <a:p>
          <a:r>
            <a:rPr lang="en-US"/>
            <a:t>Tx: dilation + iron deficiency tx </a:t>
          </a:r>
        </a:p>
      </dgm:t>
    </dgm:pt>
    <dgm:pt modelId="{9CA465CE-6DB1-439E-BF7B-4A2BDF726FCF}" type="parTrans" cxnId="{6F645DA9-228F-4D9A-9C8D-7810F3EB8376}">
      <dgm:prSet/>
      <dgm:spPr/>
      <dgm:t>
        <a:bodyPr/>
        <a:lstStyle/>
        <a:p>
          <a:endParaRPr lang="en-US"/>
        </a:p>
      </dgm:t>
    </dgm:pt>
    <dgm:pt modelId="{D290E769-46D1-44E7-B78C-73CCE09F18DA}" type="sibTrans" cxnId="{6F645DA9-228F-4D9A-9C8D-7810F3EB8376}">
      <dgm:prSet/>
      <dgm:spPr/>
      <dgm:t>
        <a:bodyPr/>
        <a:lstStyle/>
        <a:p>
          <a:endParaRPr lang="en-US"/>
        </a:p>
      </dgm:t>
    </dgm:pt>
    <dgm:pt modelId="{C5D789A6-E74A-9C47-9551-584006B585D0}" type="pres">
      <dgm:prSet presAssocID="{18E644BE-31E0-497F-AD0B-40285C8408D2}" presName="Name0" presStyleCnt="0">
        <dgm:presLayoutVars>
          <dgm:dir/>
          <dgm:animLvl val="lvl"/>
          <dgm:resizeHandles val="exact"/>
        </dgm:presLayoutVars>
      </dgm:prSet>
      <dgm:spPr/>
    </dgm:pt>
    <dgm:pt modelId="{F766CF65-A2E7-5043-8E67-5A3A257DFBFF}" type="pres">
      <dgm:prSet presAssocID="{5DDF60E0-2732-4780-8E1E-82E84BF2FB34}" presName="linNode" presStyleCnt="0"/>
      <dgm:spPr/>
    </dgm:pt>
    <dgm:pt modelId="{A6018DC1-73A8-BB4B-90C8-5160C6A848CE}" type="pres">
      <dgm:prSet presAssocID="{5DDF60E0-2732-4780-8E1E-82E84BF2FB34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D5479C30-1F98-FF44-AEC1-E783AF71D5EA}" type="pres">
      <dgm:prSet presAssocID="{5DDF60E0-2732-4780-8E1E-82E84BF2FB34}" presName="descendantText" presStyleLbl="alignAccFollowNode1" presStyleIdx="0" presStyleCnt="2">
        <dgm:presLayoutVars>
          <dgm:bulletEnabled val="1"/>
        </dgm:presLayoutVars>
      </dgm:prSet>
      <dgm:spPr/>
    </dgm:pt>
    <dgm:pt modelId="{9809DEDB-DF59-B046-A65B-08FA443547BE}" type="pres">
      <dgm:prSet presAssocID="{A470924B-398A-4810-91FF-03B926853975}" presName="sp" presStyleCnt="0"/>
      <dgm:spPr/>
    </dgm:pt>
    <dgm:pt modelId="{30E0D803-C4F1-7443-8E17-D3870BA37610}" type="pres">
      <dgm:prSet presAssocID="{67E587C0-E8D3-47A1-A7CA-8484E59E9160}" presName="linNode" presStyleCnt="0"/>
      <dgm:spPr/>
    </dgm:pt>
    <dgm:pt modelId="{D8CC2C9E-999D-CC43-9126-D208875D73E6}" type="pres">
      <dgm:prSet presAssocID="{67E587C0-E8D3-47A1-A7CA-8484E59E9160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3B0AD74E-3531-B64A-8366-09DB1B9A3C65}" type="pres">
      <dgm:prSet presAssocID="{67E587C0-E8D3-47A1-A7CA-8484E59E9160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9C17130C-089D-ED43-BA7E-1492D8A5FB72}" type="presOf" srcId="{8687C956-AC51-43A8-92E0-5D4F6F8D22F7}" destId="{D5479C30-1F98-FF44-AEC1-E783AF71D5EA}" srcOrd="0" destOrd="3" presId="urn:microsoft.com/office/officeart/2005/8/layout/vList5"/>
    <dgm:cxn modelId="{57017321-E97C-4242-831E-322448C14328}" srcId="{DE110B76-4E15-4619-88D7-45248EC72FA0}" destId="{6D9A8812-5F72-480F-9056-28055402361D}" srcOrd="0" destOrd="0" parTransId="{299ACF36-2A76-425D-A7DF-20DEFD010CE8}" sibTransId="{76BF7F1B-B20A-4BAC-8F9D-F359BD11CA7F}"/>
    <dgm:cxn modelId="{95678024-19FE-8C4C-9D3C-A5BE34B51134}" type="presOf" srcId="{5DDF60E0-2732-4780-8E1E-82E84BF2FB34}" destId="{A6018DC1-73A8-BB4B-90C8-5160C6A848CE}" srcOrd="0" destOrd="0" presId="urn:microsoft.com/office/officeart/2005/8/layout/vList5"/>
    <dgm:cxn modelId="{E8BE4E2C-7C3C-4BF4-9281-5DE6CD4D194C}" srcId="{67E587C0-E8D3-47A1-A7CA-8484E59E9160}" destId="{F7BB0D97-803A-4737-8994-DFA5F3DE15B8}" srcOrd="0" destOrd="0" parTransId="{BF4B15AA-29DE-4D43-AA86-21EBBAF757D9}" sibTransId="{AE473328-EC78-470E-A3DC-1DF87A3603BF}"/>
    <dgm:cxn modelId="{2941D92D-A80F-1645-8058-977DC54A96FE}" type="presOf" srcId="{F7BB0D97-803A-4737-8994-DFA5F3DE15B8}" destId="{3B0AD74E-3531-B64A-8366-09DB1B9A3C65}" srcOrd="0" destOrd="0" presId="urn:microsoft.com/office/officeart/2005/8/layout/vList5"/>
    <dgm:cxn modelId="{3FE2593C-DBE5-45D2-959A-F1DA2A22622A}" srcId="{F7BB0D97-803A-4737-8994-DFA5F3DE15B8}" destId="{5DD816A9-FDA8-4878-9F96-1F5A3CD3DE88}" srcOrd="0" destOrd="0" parTransId="{7F308578-00E1-4C59-8C3C-367E65109924}" sibTransId="{815E71D3-C4DF-4184-B61F-32F327BBE7FA}"/>
    <dgm:cxn modelId="{75153263-642F-1E4D-857C-60E68CF323D1}" type="presOf" srcId="{9292326D-11CA-426F-96BF-8908D3E6BBFB}" destId="{3B0AD74E-3531-B64A-8366-09DB1B9A3C65}" srcOrd="0" destOrd="2" presId="urn:microsoft.com/office/officeart/2005/8/layout/vList5"/>
    <dgm:cxn modelId="{C1864A69-F64C-48FC-8047-0AD68961707F}" srcId="{18E644BE-31E0-497F-AD0B-40285C8408D2}" destId="{67E587C0-E8D3-47A1-A7CA-8484E59E9160}" srcOrd="1" destOrd="0" parTransId="{319E99E8-A7F4-4FBD-9375-4DBC8CB4D915}" sibTransId="{DF79A846-D998-413F-8366-FE5B00D3714E}"/>
    <dgm:cxn modelId="{FE01627A-C88E-6D48-AE7B-88524A4F5979}" type="presOf" srcId="{C0E512FB-8DD8-48B5-A839-30BEBF486064}" destId="{D5479C30-1F98-FF44-AEC1-E783AF71D5EA}" srcOrd="0" destOrd="4" presId="urn:microsoft.com/office/officeart/2005/8/layout/vList5"/>
    <dgm:cxn modelId="{59545F7B-5CB6-4700-850F-532CDDD1D4B0}" srcId="{18E644BE-31E0-497F-AD0B-40285C8408D2}" destId="{5DDF60E0-2732-4780-8E1E-82E84BF2FB34}" srcOrd="0" destOrd="0" parTransId="{B306FDFF-A24F-4B5A-A27A-F07A76A09326}" sibTransId="{A470924B-398A-4810-91FF-03B926853975}"/>
    <dgm:cxn modelId="{BA21E091-002A-944C-A2EA-A05AA7A011F6}" type="presOf" srcId="{18E644BE-31E0-497F-AD0B-40285C8408D2}" destId="{C5D789A6-E74A-9C47-9551-584006B585D0}" srcOrd="0" destOrd="0" presId="urn:microsoft.com/office/officeart/2005/8/layout/vList5"/>
    <dgm:cxn modelId="{E03BB793-FA0E-4980-8978-AADD04D05E9E}" srcId="{5DDF60E0-2732-4780-8E1E-82E84BF2FB34}" destId="{DE110B76-4E15-4619-88D7-45248EC72FA0}" srcOrd="0" destOrd="0" parTransId="{E7036343-0738-4909-9207-43249392F6EC}" sibTransId="{14035E1D-D122-4DF4-81AB-F34558A4EADB}"/>
    <dgm:cxn modelId="{1C4D1FA0-93BF-D340-948B-E4FDD818B655}" type="presOf" srcId="{5DD816A9-FDA8-4878-9F96-1F5A3CD3DE88}" destId="{3B0AD74E-3531-B64A-8366-09DB1B9A3C65}" srcOrd="0" destOrd="1" presId="urn:microsoft.com/office/officeart/2005/8/layout/vList5"/>
    <dgm:cxn modelId="{D91E10A5-6DC4-A143-A7F7-421B9A764AA7}" type="presOf" srcId="{6D9A8812-5F72-480F-9056-28055402361D}" destId="{D5479C30-1F98-FF44-AEC1-E783AF71D5EA}" srcOrd="0" destOrd="1" presId="urn:microsoft.com/office/officeart/2005/8/layout/vList5"/>
    <dgm:cxn modelId="{CF5FA4A5-3157-4BEA-BFBC-7F8727A750C4}" srcId="{5DDF60E0-2732-4780-8E1E-82E84BF2FB34}" destId="{C0E512FB-8DD8-48B5-A839-30BEBF486064}" srcOrd="2" destOrd="0" parTransId="{382345B2-8EE7-4212-B72E-445B14A827E4}" sibTransId="{BBF432B6-727D-4C7E-AF10-E32D65EDFDB1}"/>
    <dgm:cxn modelId="{E2ECFEA8-DEDE-5441-BE7B-C7F260FB13C2}" type="presOf" srcId="{DE110B76-4E15-4619-88D7-45248EC72FA0}" destId="{D5479C30-1F98-FF44-AEC1-E783AF71D5EA}" srcOrd="0" destOrd="0" presId="urn:microsoft.com/office/officeart/2005/8/layout/vList5"/>
    <dgm:cxn modelId="{6F645DA9-228F-4D9A-9C8D-7810F3EB8376}" srcId="{67E587C0-E8D3-47A1-A7CA-8484E59E9160}" destId="{9292326D-11CA-426F-96BF-8908D3E6BBFB}" srcOrd="1" destOrd="0" parTransId="{9CA465CE-6DB1-439E-BF7B-4A2BDF726FCF}" sibTransId="{D290E769-46D1-44E7-B78C-73CCE09F18DA}"/>
    <dgm:cxn modelId="{881EE2AD-91BF-B048-A576-BE7C0219AB19}" type="presOf" srcId="{587FB452-EA56-4188-B4C1-01CA5D924E01}" destId="{D5479C30-1F98-FF44-AEC1-E783AF71D5EA}" srcOrd="0" destOrd="2" presId="urn:microsoft.com/office/officeart/2005/8/layout/vList5"/>
    <dgm:cxn modelId="{14F696BC-5A0B-457D-81F0-C86FF418CC4E}" srcId="{5DDF60E0-2732-4780-8E1E-82E84BF2FB34}" destId="{587FB452-EA56-4188-B4C1-01CA5D924E01}" srcOrd="1" destOrd="0" parTransId="{3D8E7D2F-A7F1-4B85-A29D-9A8DD77161CA}" sibTransId="{C2D0DA98-6673-48CB-B29B-570F9C334992}"/>
    <dgm:cxn modelId="{F35A27D7-0E0C-C243-800F-8B61A74B32E9}" type="presOf" srcId="{67E587C0-E8D3-47A1-A7CA-8484E59E9160}" destId="{D8CC2C9E-999D-CC43-9126-D208875D73E6}" srcOrd="0" destOrd="0" presId="urn:microsoft.com/office/officeart/2005/8/layout/vList5"/>
    <dgm:cxn modelId="{6D2799E8-EC7F-4574-B936-1DC4C18557EA}" srcId="{587FB452-EA56-4188-B4C1-01CA5D924E01}" destId="{8687C956-AC51-43A8-92E0-5D4F6F8D22F7}" srcOrd="0" destOrd="0" parTransId="{54273775-11AD-4564-AD0D-094FFF019117}" sibTransId="{A078E31C-E519-48CB-BA54-5D665955DC1B}"/>
    <dgm:cxn modelId="{F641D3E8-F229-E94A-92B3-CB4933CA8A78}" type="presParOf" srcId="{C5D789A6-E74A-9C47-9551-584006B585D0}" destId="{F766CF65-A2E7-5043-8E67-5A3A257DFBFF}" srcOrd="0" destOrd="0" presId="urn:microsoft.com/office/officeart/2005/8/layout/vList5"/>
    <dgm:cxn modelId="{A1612A1F-BCD7-9D4F-89E1-2719C89DE965}" type="presParOf" srcId="{F766CF65-A2E7-5043-8E67-5A3A257DFBFF}" destId="{A6018DC1-73A8-BB4B-90C8-5160C6A848CE}" srcOrd="0" destOrd="0" presId="urn:microsoft.com/office/officeart/2005/8/layout/vList5"/>
    <dgm:cxn modelId="{86FA7D91-6064-7A47-A9B5-159C2EC48065}" type="presParOf" srcId="{F766CF65-A2E7-5043-8E67-5A3A257DFBFF}" destId="{D5479C30-1F98-FF44-AEC1-E783AF71D5EA}" srcOrd="1" destOrd="0" presId="urn:microsoft.com/office/officeart/2005/8/layout/vList5"/>
    <dgm:cxn modelId="{BB75F759-E329-A84E-BEB9-2E6978C8A813}" type="presParOf" srcId="{C5D789A6-E74A-9C47-9551-584006B585D0}" destId="{9809DEDB-DF59-B046-A65B-08FA443547BE}" srcOrd="1" destOrd="0" presId="urn:microsoft.com/office/officeart/2005/8/layout/vList5"/>
    <dgm:cxn modelId="{92B78360-F4E8-4246-98DA-31DD204D230B}" type="presParOf" srcId="{C5D789A6-E74A-9C47-9551-584006B585D0}" destId="{30E0D803-C4F1-7443-8E17-D3870BA37610}" srcOrd="2" destOrd="0" presId="urn:microsoft.com/office/officeart/2005/8/layout/vList5"/>
    <dgm:cxn modelId="{99941AFB-D52C-2D41-8A9D-BC636A183C2F}" type="presParOf" srcId="{30E0D803-C4F1-7443-8E17-D3870BA37610}" destId="{D8CC2C9E-999D-CC43-9126-D208875D73E6}" srcOrd="0" destOrd="0" presId="urn:microsoft.com/office/officeart/2005/8/layout/vList5"/>
    <dgm:cxn modelId="{E27D762C-E8EE-7D4E-BBA8-DC251CC2E622}" type="presParOf" srcId="{30E0D803-C4F1-7443-8E17-D3870BA37610}" destId="{3B0AD74E-3531-B64A-8366-09DB1B9A3C6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438BD35-EDAE-45E7-A299-0EC5C76A780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C14A464-C97B-4E1C-82D0-CF096893F7D0}">
      <dgm:prSet/>
      <dgm:spPr/>
      <dgm:t>
        <a:bodyPr/>
        <a:lstStyle/>
        <a:p>
          <a:r>
            <a:rPr lang="en-US"/>
            <a:t>Excitatory + inhibitory neural signaling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smooth muscle contraction</a:t>
          </a:r>
        </a:p>
      </dgm:t>
    </dgm:pt>
    <dgm:pt modelId="{E11B946E-028B-41D0-913E-8A5A1B3CC589}" type="parTrans" cxnId="{64736268-9B5E-43BE-B126-68395DE583F4}">
      <dgm:prSet/>
      <dgm:spPr/>
      <dgm:t>
        <a:bodyPr/>
        <a:lstStyle/>
        <a:p>
          <a:endParaRPr lang="en-US"/>
        </a:p>
      </dgm:t>
    </dgm:pt>
    <dgm:pt modelId="{C6B2A243-C8FC-44E8-A3E5-AC85100C2919}" type="sibTrans" cxnId="{64736268-9B5E-43BE-B126-68395DE583F4}">
      <dgm:prSet/>
      <dgm:spPr/>
      <dgm:t>
        <a:bodyPr/>
        <a:lstStyle/>
        <a:p>
          <a:endParaRPr lang="en-US"/>
        </a:p>
      </dgm:t>
    </dgm:pt>
    <dgm:pt modelId="{F759D82A-8B86-4C22-B2FD-115BF8B00364}">
      <dgm:prSet/>
      <dgm:spPr/>
      <dgm:t>
        <a:bodyPr/>
        <a:lstStyle/>
        <a:p>
          <a:r>
            <a:rPr lang="en-US"/>
            <a:t>LES relaxation</a:t>
          </a:r>
        </a:p>
      </dgm:t>
    </dgm:pt>
    <dgm:pt modelId="{3E45BB22-1DF4-4625-BCAB-604AAB82FEF7}" type="parTrans" cxnId="{47E5F6E1-ACAE-4F90-9F42-6100128AC5FF}">
      <dgm:prSet/>
      <dgm:spPr/>
      <dgm:t>
        <a:bodyPr/>
        <a:lstStyle/>
        <a:p>
          <a:endParaRPr lang="en-US"/>
        </a:p>
      </dgm:t>
    </dgm:pt>
    <dgm:pt modelId="{2E7404DA-D637-45E6-8BEE-EFEC6CAEB785}" type="sibTrans" cxnId="{47E5F6E1-ACAE-4F90-9F42-6100128AC5FF}">
      <dgm:prSet/>
      <dgm:spPr/>
      <dgm:t>
        <a:bodyPr/>
        <a:lstStyle/>
        <a:p>
          <a:endParaRPr lang="en-US"/>
        </a:p>
      </dgm:t>
    </dgm:pt>
    <dgm:pt modelId="{0B091CF6-386E-9140-BE04-202F489D3114}" type="pres">
      <dgm:prSet presAssocID="{3438BD35-EDAE-45E7-A299-0EC5C76A780B}" presName="linear" presStyleCnt="0">
        <dgm:presLayoutVars>
          <dgm:animLvl val="lvl"/>
          <dgm:resizeHandles val="exact"/>
        </dgm:presLayoutVars>
      </dgm:prSet>
      <dgm:spPr/>
    </dgm:pt>
    <dgm:pt modelId="{AF1F3659-6E03-DD41-A36C-5D33A116ACFD}" type="pres">
      <dgm:prSet presAssocID="{9C14A464-C97B-4E1C-82D0-CF096893F7D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333974C-246F-8544-878A-6DE86CD59955}" type="pres">
      <dgm:prSet presAssocID="{C6B2A243-C8FC-44E8-A3E5-AC85100C2919}" presName="spacer" presStyleCnt="0"/>
      <dgm:spPr/>
    </dgm:pt>
    <dgm:pt modelId="{AB0BFCD4-0EBD-E948-AF62-42D604DF2725}" type="pres">
      <dgm:prSet presAssocID="{F759D82A-8B86-4C22-B2FD-115BF8B0036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E8BD933-59E8-F340-83C1-B0F4092D04C3}" type="presOf" srcId="{9C14A464-C97B-4E1C-82D0-CF096893F7D0}" destId="{AF1F3659-6E03-DD41-A36C-5D33A116ACFD}" srcOrd="0" destOrd="0" presId="urn:microsoft.com/office/officeart/2005/8/layout/vList2"/>
    <dgm:cxn modelId="{CD8A1F45-098D-7B49-A348-9735F7EEE4CC}" type="presOf" srcId="{3438BD35-EDAE-45E7-A299-0EC5C76A780B}" destId="{0B091CF6-386E-9140-BE04-202F489D3114}" srcOrd="0" destOrd="0" presId="urn:microsoft.com/office/officeart/2005/8/layout/vList2"/>
    <dgm:cxn modelId="{64736268-9B5E-43BE-B126-68395DE583F4}" srcId="{3438BD35-EDAE-45E7-A299-0EC5C76A780B}" destId="{9C14A464-C97B-4E1C-82D0-CF096893F7D0}" srcOrd="0" destOrd="0" parTransId="{E11B946E-028B-41D0-913E-8A5A1B3CC589}" sibTransId="{C6B2A243-C8FC-44E8-A3E5-AC85100C2919}"/>
    <dgm:cxn modelId="{56629171-61F6-F148-BB4B-9BE6CB117C2D}" type="presOf" srcId="{F759D82A-8B86-4C22-B2FD-115BF8B00364}" destId="{AB0BFCD4-0EBD-E948-AF62-42D604DF2725}" srcOrd="0" destOrd="0" presId="urn:microsoft.com/office/officeart/2005/8/layout/vList2"/>
    <dgm:cxn modelId="{47E5F6E1-ACAE-4F90-9F42-6100128AC5FF}" srcId="{3438BD35-EDAE-45E7-A299-0EC5C76A780B}" destId="{F759D82A-8B86-4C22-B2FD-115BF8B00364}" srcOrd="1" destOrd="0" parTransId="{3E45BB22-1DF4-4625-BCAB-604AAB82FEF7}" sibTransId="{2E7404DA-D637-45E6-8BEE-EFEC6CAEB785}"/>
    <dgm:cxn modelId="{405BDA0B-C561-EF4E-A5E6-7BCBE854648B}" type="presParOf" srcId="{0B091CF6-386E-9140-BE04-202F489D3114}" destId="{AF1F3659-6E03-DD41-A36C-5D33A116ACFD}" srcOrd="0" destOrd="0" presId="urn:microsoft.com/office/officeart/2005/8/layout/vList2"/>
    <dgm:cxn modelId="{2861E627-A674-5442-9FC2-52186E5EBB34}" type="presParOf" srcId="{0B091CF6-386E-9140-BE04-202F489D3114}" destId="{1333974C-246F-8544-878A-6DE86CD59955}" srcOrd="1" destOrd="0" presId="urn:microsoft.com/office/officeart/2005/8/layout/vList2"/>
    <dgm:cxn modelId="{FC803B24-993C-1045-B824-B620163E909C}" type="presParOf" srcId="{0B091CF6-386E-9140-BE04-202F489D3114}" destId="{AB0BFCD4-0EBD-E948-AF62-42D604DF272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ABBB3171-7F01-4D63-9377-3C68B38495BC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77B4C96-56E3-4780-BB70-37DC7F0A89CF}">
      <dgm:prSet/>
      <dgm:spPr/>
      <dgm:t>
        <a:bodyPr/>
        <a:lstStyle/>
        <a:p>
          <a:r>
            <a:rPr lang="en-US"/>
            <a:t>Achalasia</a:t>
          </a:r>
        </a:p>
      </dgm:t>
    </dgm:pt>
    <dgm:pt modelId="{927EE3C9-14D3-4E7D-AFA3-6FD9BDFD1720}" type="parTrans" cxnId="{E76288FB-D3BF-4A23-8C80-BD5A2812701A}">
      <dgm:prSet/>
      <dgm:spPr/>
      <dgm:t>
        <a:bodyPr/>
        <a:lstStyle/>
        <a:p>
          <a:endParaRPr lang="en-US"/>
        </a:p>
      </dgm:t>
    </dgm:pt>
    <dgm:pt modelId="{A68F3230-6DA9-4D67-99F6-934C2A175013}" type="sibTrans" cxnId="{E76288FB-D3BF-4A23-8C80-BD5A2812701A}">
      <dgm:prSet/>
      <dgm:spPr/>
      <dgm:t>
        <a:bodyPr/>
        <a:lstStyle/>
        <a:p>
          <a:endParaRPr lang="en-US"/>
        </a:p>
      </dgm:t>
    </dgm:pt>
    <dgm:pt modelId="{FE611870-F757-4D92-8817-BEA055743202}">
      <dgm:prSet/>
      <dgm:spPr/>
      <dgm:t>
        <a:bodyPr/>
        <a:lstStyle/>
        <a:p>
          <a:r>
            <a:rPr lang="en-US"/>
            <a:t>Diffuse Esophageal Spasm</a:t>
          </a:r>
        </a:p>
      </dgm:t>
    </dgm:pt>
    <dgm:pt modelId="{85A1EADF-E6D0-4DA1-8BC8-A78A7363316D}" type="parTrans" cxnId="{799347CE-A99F-4923-ADFB-B3C365126A78}">
      <dgm:prSet/>
      <dgm:spPr/>
      <dgm:t>
        <a:bodyPr/>
        <a:lstStyle/>
        <a:p>
          <a:endParaRPr lang="en-US"/>
        </a:p>
      </dgm:t>
    </dgm:pt>
    <dgm:pt modelId="{37C270D5-4E5D-48FE-90B9-2CF5EFFCC3DB}" type="sibTrans" cxnId="{799347CE-A99F-4923-ADFB-B3C365126A78}">
      <dgm:prSet/>
      <dgm:spPr/>
      <dgm:t>
        <a:bodyPr/>
        <a:lstStyle/>
        <a:p>
          <a:endParaRPr lang="en-US"/>
        </a:p>
      </dgm:t>
    </dgm:pt>
    <dgm:pt modelId="{A078D848-34D2-46BA-B049-1BC9B1C198EA}">
      <dgm:prSet/>
      <dgm:spPr/>
      <dgm:t>
        <a:bodyPr/>
        <a:lstStyle/>
        <a:p>
          <a:r>
            <a:rPr lang="en-US"/>
            <a:t>Hypercontractile Esophagus</a:t>
          </a:r>
        </a:p>
      </dgm:t>
    </dgm:pt>
    <dgm:pt modelId="{F79E8887-F585-4226-854F-1D67D702BD17}" type="parTrans" cxnId="{A3BD07BA-26E2-4F41-B599-6DE713EB2B63}">
      <dgm:prSet/>
      <dgm:spPr/>
      <dgm:t>
        <a:bodyPr/>
        <a:lstStyle/>
        <a:p>
          <a:endParaRPr lang="en-US"/>
        </a:p>
      </dgm:t>
    </dgm:pt>
    <dgm:pt modelId="{4BF8E375-FF85-4B91-8A19-EB71CE86F337}" type="sibTrans" cxnId="{A3BD07BA-26E2-4F41-B599-6DE713EB2B63}">
      <dgm:prSet/>
      <dgm:spPr/>
      <dgm:t>
        <a:bodyPr/>
        <a:lstStyle/>
        <a:p>
          <a:endParaRPr lang="en-US"/>
        </a:p>
      </dgm:t>
    </dgm:pt>
    <dgm:pt modelId="{004817CD-095D-404D-9DF9-7AFD0C683BAF}">
      <dgm:prSet/>
      <dgm:spPr/>
      <dgm:t>
        <a:bodyPr/>
        <a:lstStyle/>
        <a:p>
          <a:r>
            <a:rPr lang="en-US"/>
            <a:t>Ineffective esophageal motility</a:t>
          </a:r>
        </a:p>
      </dgm:t>
    </dgm:pt>
    <dgm:pt modelId="{A3973706-82BB-4AE8-B277-7B780259C99B}" type="parTrans" cxnId="{C31F46A5-B060-4595-8D50-3B64B1AB7A5A}">
      <dgm:prSet/>
      <dgm:spPr/>
      <dgm:t>
        <a:bodyPr/>
        <a:lstStyle/>
        <a:p>
          <a:endParaRPr lang="en-US"/>
        </a:p>
      </dgm:t>
    </dgm:pt>
    <dgm:pt modelId="{FF4C8355-80B4-4802-9FB0-3449250AF8A1}" type="sibTrans" cxnId="{C31F46A5-B060-4595-8D50-3B64B1AB7A5A}">
      <dgm:prSet/>
      <dgm:spPr/>
      <dgm:t>
        <a:bodyPr/>
        <a:lstStyle/>
        <a:p>
          <a:endParaRPr lang="en-US"/>
        </a:p>
      </dgm:t>
    </dgm:pt>
    <dgm:pt modelId="{4E0F9E17-5226-B949-89B9-70E630F9C3BC}" type="pres">
      <dgm:prSet presAssocID="{ABBB3171-7F01-4D63-9377-3C68B38495BC}" presName="vert0" presStyleCnt="0">
        <dgm:presLayoutVars>
          <dgm:dir/>
          <dgm:animOne val="branch"/>
          <dgm:animLvl val="lvl"/>
        </dgm:presLayoutVars>
      </dgm:prSet>
      <dgm:spPr/>
    </dgm:pt>
    <dgm:pt modelId="{6C897563-2364-1B41-8DA8-4C8F138AC7E6}" type="pres">
      <dgm:prSet presAssocID="{B77B4C96-56E3-4780-BB70-37DC7F0A89CF}" presName="thickLine" presStyleLbl="alignNode1" presStyleIdx="0" presStyleCnt="4"/>
      <dgm:spPr/>
    </dgm:pt>
    <dgm:pt modelId="{95A0AA04-E47A-1D49-9AA8-F76B859E2D19}" type="pres">
      <dgm:prSet presAssocID="{B77B4C96-56E3-4780-BB70-37DC7F0A89CF}" presName="horz1" presStyleCnt="0"/>
      <dgm:spPr/>
    </dgm:pt>
    <dgm:pt modelId="{C139184E-4A01-844A-8220-31C52FA8DA65}" type="pres">
      <dgm:prSet presAssocID="{B77B4C96-56E3-4780-BB70-37DC7F0A89CF}" presName="tx1" presStyleLbl="revTx" presStyleIdx="0" presStyleCnt="4"/>
      <dgm:spPr/>
    </dgm:pt>
    <dgm:pt modelId="{861B8C32-A489-9546-A77E-CCBBF79FD7BB}" type="pres">
      <dgm:prSet presAssocID="{B77B4C96-56E3-4780-BB70-37DC7F0A89CF}" presName="vert1" presStyleCnt="0"/>
      <dgm:spPr/>
    </dgm:pt>
    <dgm:pt modelId="{F2407BD0-DAF2-204B-9177-EEAAD67B23FA}" type="pres">
      <dgm:prSet presAssocID="{FE611870-F757-4D92-8817-BEA055743202}" presName="thickLine" presStyleLbl="alignNode1" presStyleIdx="1" presStyleCnt="4"/>
      <dgm:spPr/>
    </dgm:pt>
    <dgm:pt modelId="{F25441E6-F471-D44C-B2AC-3BF56777667F}" type="pres">
      <dgm:prSet presAssocID="{FE611870-F757-4D92-8817-BEA055743202}" presName="horz1" presStyleCnt="0"/>
      <dgm:spPr/>
    </dgm:pt>
    <dgm:pt modelId="{C7D5FF42-A938-F249-99A6-748427B7C213}" type="pres">
      <dgm:prSet presAssocID="{FE611870-F757-4D92-8817-BEA055743202}" presName="tx1" presStyleLbl="revTx" presStyleIdx="1" presStyleCnt="4"/>
      <dgm:spPr/>
    </dgm:pt>
    <dgm:pt modelId="{A786C1D9-EA27-C64B-9C2E-39ACC53DCFA2}" type="pres">
      <dgm:prSet presAssocID="{FE611870-F757-4D92-8817-BEA055743202}" presName="vert1" presStyleCnt="0"/>
      <dgm:spPr/>
    </dgm:pt>
    <dgm:pt modelId="{EFDB063A-B713-D044-93D0-8CBB5FBF304F}" type="pres">
      <dgm:prSet presAssocID="{A078D848-34D2-46BA-B049-1BC9B1C198EA}" presName="thickLine" presStyleLbl="alignNode1" presStyleIdx="2" presStyleCnt="4"/>
      <dgm:spPr/>
    </dgm:pt>
    <dgm:pt modelId="{9FD0E219-C564-8348-B168-3A5A4EA3CE7F}" type="pres">
      <dgm:prSet presAssocID="{A078D848-34D2-46BA-B049-1BC9B1C198EA}" presName="horz1" presStyleCnt="0"/>
      <dgm:spPr/>
    </dgm:pt>
    <dgm:pt modelId="{4D46D2AF-A2D2-C745-B807-D0BEEE4E7703}" type="pres">
      <dgm:prSet presAssocID="{A078D848-34D2-46BA-B049-1BC9B1C198EA}" presName="tx1" presStyleLbl="revTx" presStyleIdx="2" presStyleCnt="4"/>
      <dgm:spPr/>
    </dgm:pt>
    <dgm:pt modelId="{1F165D6D-6CFA-E047-8D21-8D4D3F2FFF67}" type="pres">
      <dgm:prSet presAssocID="{A078D848-34D2-46BA-B049-1BC9B1C198EA}" presName="vert1" presStyleCnt="0"/>
      <dgm:spPr/>
    </dgm:pt>
    <dgm:pt modelId="{9F6252F1-E5AD-2F4C-BD96-119FAE393E75}" type="pres">
      <dgm:prSet presAssocID="{004817CD-095D-404D-9DF9-7AFD0C683BAF}" presName="thickLine" presStyleLbl="alignNode1" presStyleIdx="3" presStyleCnt="4"/>
      <dgm:spPr/>
    </dgm:pt>
    <dgm:pt modelId="{DAA21F5A-6754-D44E-9C00-FD75C204B72D}" type="pres">
      <dgm:prSet presAssocID="{004817CD-095D-404D-9DF9-7AFD0C683BAF}" presName="horz1" presStyleCnt="0"/>
      <dgm:spPr/>
    </dgm:pt>
    <dgm:pt modelId="{B797673B-D770-0946-B36C-19809241A634}" type="pres">
      <dgm:prSet presAssocID="{004817CD-095D-404D-9DF9-7AFD0C683BAF}" presName="tx1" presStyleLbl="revTx" presStyleIdx="3" presStyleCnt="4"/>
      <dgm:spPr/>
    </dgm:pt>
    <dgm:pt modelId="{C9F7EC98-FBB8-3741-9149-3D6707368F30}" type="pres">
      <dgm:prSet presAssocID="{004817CD-095D-404D-9DF9-7AFD0C683BAF}" presName="vert1" presStyleCnt="0"/>
      <dgm:spPr/>
    </dgm:pt>
  </dgm:ptLst>
  <dgm:cxnLst>
    <dgm:cxn modelId="{D3789D1D-57DB-2045-B67A-27E5803A30BB}" type="presOf" srcId="{004817CD-095D-404D-9DF9-7AFD0C683BAF}" destId="{B797673B-D770-0946-B36C-19809241A634}" srcOrd="0" destOrd="0" presId="urn:microsoft.com/office/officeart/2008/layout/LinedList"/>
    <dgm:cxn modelId="{B6124129-922F-6C4C-9E63-7E08ACBAB939}" type="presOf" srcId="{ABBB3171-7F01-4D63-9377-3C68B38495BC}" destId="{4E0F9E17-5226-B949-89B9-70E630F9C3BC}" srcOrd="0" destOrd="0" presId="urn:microsoft.com/office/officeart/2008/layout/LinedList"/>
    <dgm:cxn modelId="{92A9F86A-FB4A-474A-B21D-7269D62E0294}" type="presOf" srcId="{B77B4C96-56E3-4780-BB70-37DC7F0A89CF}" destId="{C139184E-4A01-844A-8220-31C52FA8DA65}" srcOrd="0" destOrd="0" presId="urn:microsoft.com/office/officeart/2008/layout/LinedList"/>
    <dgm:cxn modelId="{087C3477-F1C5-6048-B1F1-9C6B84888754}" type="presOf" srcId="{A078D848-34D2-46BA-B049-1BC9B1C198EA}" destId="{4D46D2AF-A2D2-C745-B807-D0BEEE4E7703}" srcOrd="0" destOrd="0" presId="urn:microsoft.com/office/officeart/2008/layout/LinedList"/>
    <dgm:cxn modelId="{C31F46A5-B060-4595-8D50-3B64B1AB7A5A}" srcId="{ABBB3171-7F01-4D63-9377-3C68B38495BC}" destId="{004817CD-095D-404D-9DF9-7AFD0C683BAF}" srcOrd="3" destOrd="0" parTransId="{A3973706-82BB-4AE8-B277-7B780259C99B}" sibTransId="{FF4C8355-80B4-4802-9FB0-3449250AF8A1}"/>
    <dgm:cxn modelId="{A3BD07BA-26E2-4F41-B599-6DE713EB2B63}" srcId="{ABBB3171-7F01-4D63-9377-3C68B38495BC}" destId="{A078D848-34D2-46BA-B049-1BC9B1C198EA}" srcOrd="2" destOrd="0" parTransId="{F79E8887-F585-4226-854F-1D67D702BD17}" sibTransId="{4BF8E375-FF85-4B91-8A19-EB71CE86F337}"/>
    <dgm:cxn modelId="{799347CE-A99F-4923-ADFB-B3C365126A78}" srcId="{ABBB3171-7F01-4D63-9377-3C68B38495BC}" destId="{FE611870-F757-4D92-8817-BEA055743202}" srcOrd="1" destOrd="0" parTransId="{85A1EADF-E6D0-4DA1-8BC8-A78A7363316D}" sibTransId="{37C270D5-4E5D-48FE-90B9-2CF5EFFCC3DB}"/>
    <dgm:cxn modelId="{765602EB-17E7-BB4B-8D26-D3A8679AA7CF}" type="presOf" srcId="{FE611870-F757-4D92-8817-BEA055743202}" destId="{C7D5FF42-A938-F249-99A6-748427B7C213}" srcOrd="0" destOrd="0" presId="urn:microsoft.com/office/officeart/2008/layout/LinedList"/>
    <dgm:cxn modelId="{E76288FB-D3BF-4A23-8C80-BD5A2812701A}" srcId="{ABBB3171-7F01-4D63-9377-3C68B38495BC}" destId="{B77B4C96-56E3-4780-BB70-37DC7F0A89CF}" srcOrd="0" destOrd="0" parTransId="{927EE3C9-14D3-4E7D-AFA3-6FD9BDFD1720}" sibTransId="{A68F3230-6DA9-4D67-99F6-934C2A175013}"/>
    <dgm:cxn modelId="{47EFB07A-4502-F143-8B5E-9767CE1CC4CD}" type="presParOf" srcId="{4E0F9E17-5226-B949-89B9-70E630F9C3BC}" destId="{6C897563-2364-1B41-8DA8-4C8F138AC7E6}" srcOrd="0" destOrd="0" presId="urn:microsoft.com/office/officeart/2008/layout/LinedList"/>
    <dgm:cxn modelId="{EE95EA9A-E4E0-6442-8438-A2F4D1C15315}" type="presParOf" srcId="{4E0F9E17-5226-B949-89B9-70E630F9C3BC}" destId="{95A0AA04-E47A-1D49-9AA8-F76B859E2D19}" srcOrd="1" destOrd="0" presId="urn:microsoft.com/office/officeart/2008/layout/LinedList"/>
    <dgm:cxn modelId="{F99CDB19-C9F4-1147-82E3-D434EC3C6174}" type="presParOf" srcId="{95A0AA04-E47A-1D49-9AA8-F76B859E2D19}" destId="{C139184E-4A01-844A-8220-31C52FA8DA65}" srcOrd="0" destOrd="0" presId="urn:microsoft.com/office/officeart/2008/layout/LinedList"/>
    <dgm:cxn modelId="{59EAD1ED-A5BC-A240-AF46-406B1EB6A70D}" type="presParOf" srcId="{95A0AA04-E47A-1D49-9AA8-F76B859E2D19}" destId="{861B8C32-A489-9546-A77E-CCBBF79FD7BB}" srcOrd="1" destOrd="0" presId="urn:microsoft.com/office/officeart/2008/layout/LinedList"/>
    <dgm:cxn modelId="{CA1FEA4C-37DB-504F-9C52-06CE6E3149F1}" type="presParOf" srcId="{4E0F9E17-5226-B949-89B9-70E630F9C3BC}" destId="{F2407BD0-DAF2-204B-9177-EEAAD67B23FA}" srcOrd="2" destOrd="0" presId="urn:microsoft.com/office/officeart/2008/layout/LinedList"/>
    <dgm:cxn modelId="{46DC7350-E524-FD4E-817F-74C110CB1634}" type="presParOf" srcId="{4E0F9E17-5226-B949-89B9-70E630F9C3BC}" destId="{F25441E6-F471-D44C-B2AC-3BF56777667F}" srcOrd="3" destOrd="0" presId="urn:microsoft.com/office/officeart/2008/layout/LinedList"/>
    <dgm:cxn modelId="{21C99503-D42E-CE46-A298-44168C47EE45}" type="presParOf" srcId="{F25441E6-F471-D44C-B2AC-3BF56777667F}" destId="{C7D5FF42-A938-F249-99A6-748427B7C213}" srcOrd="0" destOrd="0" presId="urn:microsoft.com/office/officeart/2008/layout/LinedList"/>
    <dgm:cxn modelId="{75D66BFD-ED9E-EE4C-B330-64914C8D7CBF}" type="presParOf" srcId="{F25441E6-F471-D44C-B2AC-3BF56777667F}" destId="{A786C1D9-EA27-C64B-9C2E-39ACC53DCFA2}" srcOrd="1" destOrd="0" presId="urn:microsoft.com/office/officeart/2008/layout/LinedList"/>
    <dgm:cxn modelId="{A3E45784-9F34-1546-B158-C6485922DF67}" type="presParOf" srcId="{4E0F9E17-5226-B949-89B9-70E630F9C3BC}" destId="{EFDB063A-B713-D044-93D0-8CBB5FBF304F}" srcOrd="4" destOrd="0" presId="urn:microsoft.com/office/officeart/2008/layout/LinedList"/>
    <dgm:cxn modelId="{3105EC41-F80E-9F47-B9C5-AC160193B760}" type="presParOf" srcId="{4E0F9E17-5226-B949-89B9-70E630F9C3BC}" destId="{9FD0E219-C564-8348-B168-3A5A4EA3CE7F}" srcOrd="5" destOrd="0" presId="urn:microsoft.com/office/officeart/2008/layout/LinedList"/>
    <dgm:cxn modelId="{EEA4BBED-A075-814E-8B90-A4ED42600CBB}" type="presParOf" srcId="{9FD0E219-C564-8348-B168-3A5A4EA3CE7F}" destId="{4D46D2AF-A2D2-C745-B807-D0BEEE4E7703}" srcOrd="0" destOrd="0" presId="urn:microsoft.com/office/officeart/2008/layout/LinedList"/>
    <dgm:cxn modelId="{80FC1DE3-1313-F043-B855-90AADB2DB441}" type="presParOf" srcId="{9FD0E219-C564-8348-B168-3A5A4EA3CE7F}" destId="{1F165D6D-6CFA-E047-8D21-8D4D3F2FFF67}" srcOrd="1" destOrd="0" presId="urn:microsoft.com/office/officeart/2008/layout/LinedList"/>
    <dgm:cxn modelId="{DD2C52CA-80BE-A645-853E-46E6A6D0B228}" type="presParOf" srcId="{4E0F9E17-5226-B949-89B9-70E630F9C3BC}" destId="{9F6252F1-E5AD-2F4C-BD96-119FAE393E75}" srcOrd="6" destOrd="0" presId="urn:microsoft.com/office/officeart/2008/layout/LinedList"/>
    <dgm:cxn modelId="{F34808F1-06E0-6249-89DB-F2A6341D1588}" type="presParOf" srcId="{4E0F9E17-5226-B949-89B9-70E630F9C3BC}" destId="{DAA21F5A-6754-D44E-9C00-FD75C204B72D}" srcOrd="7" destOrd="0" presId="urn:microsoft.com/office/officeart/2008/layout/LinedList"/>
    <dgm:cxn modelId="{6F9F087A-490F-CF45-801B-3499ECD90A34}" type="presParOf" srcId="{DAA21F5A-6754-D44E-9C00-FD75C204B72D}" destId="{B797673B-D770-0946-B36C-19809241A634}" srcOrd="0" destOrd="0" presId="urn:microsoft.com/office/officeart/2008/layout/LinedList"/>
    <dgm:cxn modelId="{47C9DBF8-85EF-7243-9A02-5A2696809EC6}" type="presParOf" srcId="{DAA21F5A-6754-D44E-9C00-FD75C204B72D}" destId="{C9F7EC98-FBB8-3741-9149-3D6707368F3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BF71E04-7A9A-4687-9ED0-1341066F554C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F3129CE-956F-463F-B062-325EAFBCA73E}">
      <dgm:prSet/>
      <dgm:spPr/>
      <dgm:t>
        <a:bodyPr/>
        <a:lstStyle/>
        <a:p>
          <a:r>
            <a:rPr lang="en-US"/>
            <a:t>High resolution manometry</a:t>
          </a:r>
        </a:p>
      </dgm:t>
    </dgm:pt>
    <dgm:pt modelId="{B07B99B6-B910-4EFC-B0CD-221F1BD1FBF7}" type="parTrans" cxnId="{2FA8AA6E-648D-4CE6-BE16-5C791899C2D7}">
      <dgm:prSet/>
      <dgm:spPr/>
      <dgm:t>
        <a:bodyPr/>
        <a:lstStyle/>
        <a:p>
          <a:endParaRPr lang="en-US"/>
        </a:p>
      </dgm:t>
    </dgm:pt>
    <dgm:pt modelId="{1FA0CB31-EA8A-438E-B11C-9A3D12EC6D4A}" type="sibTrans" cxnId="{2FA8AA6E-648D-4CE6-BE16-5C791899C2D7}">
      <dgm:prSet/>
      <dgm:spPr/>
      <dgm:t>
        <a:bodyPr/>
        <a:lstStyle/>
        <a:p>
          <a:endParaRPr lang="en-US"/>
        </a:p>
      </dgm:t>
    </dgm:pt>
    <dgm:pt modelId="{93C93F0D-2D3C-4A90-8337-551492191C3A}">
      <dgm:prSet/>
      <dgm:spPr/>
      <dgm:t>
        <a:bodyPr/>
        <a:lstStyle/>
        <a:p>
          <a:r>
            <a:rPr lang="en-US"/>
            <a:t>Assesses LES relaxation, premature/spastic contractions</a:t>
          </a:r>
        </a:p>
      </dgm:t>
    </dgm:pt>
    <dgm:pt modelId="{7C1420D9-5963-4024-B3EF-A2B19BFD546E}" type="parTrans" cxnId="{8573DE6C-BEC3-4027-8FC0-5E96645645D2}">
      <dgm:prSet/>
      <dgm:spPr/>
      <dgm:t>
        <a:bodyPr/>
        <a:lstStyle/>
        <a:p>
          <a:endParaRPr lang="en-US"/>
        </a:p>
      </dgm:t>
    </dgm:pt>
    <dgm:pt modelId="{BF6D0CCE-A411-413E-B692-2432F1C6227F}" type="sibTrans" cxnId="{8573DE6C-BEC3-4027-8FC0-5E96645645D2}">
      <dgm:prSet/>
      <dgm:spPr/>
      <dgm:t>
        <a:bodyPr/>
        <a:lstStyle/>
        <a:p>
          <a:endParaRPr lang="en-US"/>
        </a:p>
      </dgm:t>
    </dgm:pt>
    <dgm:pt modelId="{BBE2A20C-BC64-423C-893E-79D4D073A75A}">
      <dgm:prSet/>
      <dgm:spPr/>
      <dgm:t>
        <a:bodyPr/>
        <a:lstStyle/>
        <a:p>
          <a:r>
            <a:rPr lang="en-US"/>
            <a:t>Quantifies contraction vigor </a:t>
          </a:r>
        </a:p>
      </dgm:t>
    </dgm:pt>
    <dgm:pt modelId="{46A622E3-C1B5-48CB-A504-D168F8381889}" type="parTrans" cxnId="{D62E1839-00CC-4C15-B7C9-8A5C91EE813F}">
      <dgm:prSet/>
      <dgm:spPr/>
      <dgm:t>
        <a:bodyPr/>
        <a:lstStyle/>
        <a:p>
          <a:endParaRPr lang="en-US"/>
        </a:p>
      </dgm:t>
    </dgm:pt>
    <dgm:pt modelId="{DB87DBE7-1F60-4284-9DC0-44D3D9D4B90F}" type="sibTrans" cxnId="{D62E1839-00CC-4C15-B7C9-8A5C91EE813F}">
      <dgm:prSet/>
      <dgm:spPr/>
      <dgm:t>
        <a:bodyPr/>
        <a:lstStyle/>
        <a:p>
          <a:endParaRPr lang="en-US"/>
        </a:p>
      </dgm:t>
    </dgm:pt>
    <dgm:pt modelId="{4FA38D95-3109-46EA-82B2-31B97EE71C24}">
      <dgm:prSet/>
      <dgm:spPr/>
      <dgm:t>
        <a:bodyPr/>
        <a:lstStyle/>
        <a:p>
          <a:r>
            <a:rPr lang="en-US"/>
            <a:t>Barium Swallow</a:t>
          </a:r>
        </a:p>
      </dgm:t>
    </dgm:pt>
    <dgm:pt modelId="{BBB93A08-1181-4532-A676-75EC08095153}" type="parTrans" cxnId="{A14C75BB-52FB-4CC0-B3F4-660B3444360F}">
      <dgm:prSet/>
      <dgm:spPr/>
      <dgm:t>
        <a:bodyPr/>
        <a:lstStyle/>
        <a:p>
          <a:endParaRPr lang="en-US"/>
        </a:p>
      </dgm:t>
    </dgm:pt>
    <dgm:pt modelId="{8EECF7F5-96C1-4F09-AD5B-7A14218DDA57}" type="sibTrans" cxnId="{A14C75BB-52FB-4CC0-B3F4-660B3444360F}">
      <dgm:prSet/>
      <dgm:spPr/>
      <dgm:t>
        <a:bodyPr/>
        <a:lstStyle/>
        <a:p>
          <a:endParaRPr lang="en-US"/>
        </a:p>
      </dgm:t>
    </dgm:pt>
    <dgm:pt modelId="{0127F663-5C2E-B74D-A554-5337D2F9761B}" type="pres">
      <dgm:prSet presAssocID="{5BF71E04-7A9A-4687-9ED0-1341066F554C}" presName="linear" presStyleCnt="0">
        <dgm:presLayoutVars>
          <dgm:dir/>
          <dgm:animLvl val="lvl"/>
          <dgm:resizeHandles val="exact"/>
        </dgm:presLayoutVars>
      </dgm:prSet>
      <dgm:spPr/>
    </dgm:pt>
    <dgm:pt modelId="{5091B546-55F6-AC48-A65E-876D0318E76A}" type="pres">
      <dgm:prSet presAssocID="{2F3129CE-956F-463F-B062-325EAFBCA73E}" presName="parentLin" presStyleCnt="0"/>
      <dgm:spPr/>
    </dgm:pt>
    <dgm:pt modelId="{81575063-F9EA-AE46-BA91-660CC694769F}" type="pres">
      <dgm:prSet presAssocID="{2F3129CE-956F-463F-B062-325EAFBCA73E}" presName="parentLeftMargin" presStyleLbl="node1" presStyleIdx="0" presStyleCnt="2"/>
      <dgm:spPr/>
    </dgm:pt>
    <dgm:pt modelId="{D81887DA-87EC-1946-9BE6-417A249B72C6}" type="pres">
      <dgm:prSet presAssocID="{2F3129CE-956F-463F-B062-325EAFBCA73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F15CFC5-F7BA-1047-8816-9F1AB623F087}" type="pres">
      <dgm:prSet presAssocID="{2F3129CE-956F-463F-B062-325EAFBCA73E}" presName="negativeSpace" presStyleCnt="0"/>
      <dgm:spPr/>
    </dgm:pt>
    <dgm:pt modelId="{EF756531-DDE9-3449-8233-9E7BB2114911}" type="pres">
      <dgm:prSet presAssocID="{2F3129CE-956F-463F-B062-325EAFBCA73E}" presName="childText" presStyleLbl="conFgAcc1" presStyleIdx="0" presStyleCnt="2">
        <dgm:presLayoutVars>
          <dgm:bulletEnabled val="1"/>
        </dgm:presLayoutVars>
      </dgm:prSet>
      <dgm:spPr/>
    </dgm:pt>
    <dgm:pt modelId="{794D9BC4-5506-6348-A0D6-D0BAABDAF4C5}" type="pres">
      <dgm:prSet presAssocID="{1FA0CB31-EA8A-438E-B11C-9A3D12EC6D4A}" presName="spaceBetweenRectangles" presStyleCnt="0"/>
      <dgm:spPr/>
    </dgm:pt>
    <dgm:pt modelId="{80128EA0-DBA3-D746-BE76-14EB1EAF6259}" type="pres">
      <dgm:prSet presAssocID="{4FA38D95-3109-46EA-82B2-31B97EE71C24}" presName="parentLin" presStyleCnt="0"/>
      <dgm:spPr/>
    </dgm:pt>
    <dgm:pt modelId="{00A556E1-1CBC-B843-BE39-0B5C65F66249}" type="pres">
      <dgm:prSet presAssocID="{4FA38D95-3109-46EA-82B2-31B97EE71C24}" presName="parentLeftMargin" presStyleLbl="node1" presStyleIdx="0" presStyleCnt="2"/>
      <dgm:spPr/>
    </dgm:pt>
    <dgm:pt modelId="{141BF40F-8670-2248-A4D3-EF1E9A55BBDB}" type="pres">
      <dgm:prSet presAssocID="{4FA38D95-3109-46EA-82B2-31B97EE71C2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235D783-724F-624D-9F8E-971FC46BEF91}" type="pres">
      <dgm:prSet presAssocID="{4FA38D95-3109-46EA-82B2-31B97EE71C24}" presName="negativeSpace" presStyleCnt="0"/>
      <dgm:spPr/>
    </dgm:pt>
    <dgm:pt modelId="{4892ABDC-ED80-924F-88CC-477CA9E4889A}" type="pres">
      <dgm:prSet presAssocID="{4FA38D95-3109-46EA-82B2-31B97EE71C2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8F14E0E-197A-1746-8563-34F9DCCF614B}" type="presOf" srcId="{93C93F0D-2D3C-4A90-8337-551492191C3A}" destId="{EF756531-DDE9-3449-8233-9E7BB2114911}" srcOrd="0" destOrd="0" presId="urn:microsoft.com/office/officeart/2005/8/layout/list1"/>
    <dgm:cxn modelId="{4113C810-240F-FD4A-9E0B-31E47866E00B}" type="presOf" srcId="{BBE2A20C-BC64-423C-893E-79D4D073A75A}" destId="{EF756531-DDE9-3449-8233-9E7BB2114911}" srcOrd="0" destOrd="1" presId="urn:microsoft.com/office/officeart/2005/8/layout/list1"/>
    <dgm:cxn modelId="{620A582F-1C9C-E246-B2A7-8501A72D8DC7}" type="presOf" srcId="{2F3129CE-956F-463F-B062-325EAFBCA73E}" destId="{81575063-F9EA-AE46-BA91-660CC694769F}" srcOrd="0" destOrd="0" presId="urn:microsoft.com/office/officeart/2005/8/layout/list1"/>
    <dgm:cxn modelId="{D62E1839-00CC-4C15-B7C9-8A5C91EE813F}" srcId="{93C93F0D-2D3C-4A90-8337-551492191C3A}" destId="{BBE2A20C-BC64-423C-893E-79D4D073A75A}" srcOrd="0" destOrd="0" parTransId="{46A622E3-C1B5-48CB-A504-D168F8381889}" sibTransId="{DB87DBE7-1F60-4284-9DC0-44D3D9D4B90F}"/>
    <dgm:cxn modelId="{8573DE6C-BEC3-4027-8FC0-5E96645645D2}" srcId="{2F3129CE-956F-463F-B062-325EAFBCA73E}" destId="{93C93F0D-2D3C-4A90-8337-551492191C3A}" srcOrd="0" destOrd="0" parTransId="{7C1420D9-5963-4024-B3EF-A2B19BFD546E}" sibTransId="{BF6D0CCE-A411-413E-B692-2432F1C6227F}"/>
    <dgm:cxn modelId="{2FA8AA6E-648D-4CE6-BE16-5C791899C2D7}" srcId="{5BF71E04-7A9A-4687-9ED0-1341066F554C}" destId="{2F3129CE-956F-463F-B062-325EAFBCA73E}" srcOrd="0" destOrd="0" parTransId="{B07B99B6-B910-4EFC-B0CD-221F1BD1FBF7}" sibTransId="{1FA0CB31-EA8A-438E-B11C-9A3D12EC6D4A}"/>
    <dgm:cxn modelId="{A14C75BB-52FB-4CC0-B3F4-660B3444360F}" srcId="{5BF71E04-7A9A-4687-9ED0-1341066F554C}" destId="{4FA38D95-3109-46EA-82B2-31B97EE71C24}" srcOrd="1" destOrd="0" parTransId="{BBB93A08-1181-4532-A676-75EC08095153}" sibTransId="{8EECF7F5-96C1-4F09-AD5B-7A14218DDA57}"/>
    <dgm:cxn modelId="{D6F312D6-08DC-C64A-8A17-3A52CA703A90}" type="presOf" srcId="{2F3129CE-956F-463F-B062-325EAFBCA73E}" destId="{D81887DA-87EC-1946-9BE6-417A249B72C6}" srcOrd="1" destOrd="0" presId="urn:microsoft.com/office/officeart/2005/8/layout/list1"/>
    <dgm:cxn modelId="{F99D07D8-8F09-514B-A9D7-F7492D1CEE77}" type="presOf" srcId="{4FA38D95-3109-46EA-82B2-31B97EE71C24}" destId="{00A556E1-1CBC-B843-BE39-0B5C65F66249}" srcOrd="0" destOrd="0" presId="urn:microsoft.com/office/officeart/2005/8/layout/list1"/>
    <dgm:cxn modelId="{B8CD8FD8-E42C-7147-B171-7BDDC76CC8F2}" type="presOf" srcId="{5BF71E04-7A9A-4687-9ED0-1341066F554C}" destId="{0127F663-5C2E-B74D-A554-5337D2F9761B}" srcOrd="0" destOrd="0" presId="urn:microsoft.com/office/officeart/2005/8/layout/list1"/>
    <dgm:cxn modelId="{D72A6BE4-A20D-0A44-B3CA-BEF3F459A751}" type="presOf" srcId="{4FA38D95-3109-46EA-82B2-31B97EE71C24}" destId="{141BF40F-8670-2248-A4D3-EF1E9A55BBDB}" srcOrd="1" destOrd="0" presId="urn:microsoft.com/office/officeart/2005/8/layout/list1"/>
    <dgm:cxn modelId="{9FD8D4B7-2A5A-EE47-B39B-232E3C4794F9}" type="presParOf" srcId="{0127F663-5C2E-B74D-A554-5337D2F9761B}" destId="{5091B546-55F6-AC48-A65E-876D0318E76A}" srcOrd="0" destOrd="0" presId="urn:microsoft.com/office/officeart/2005/8/layout/list1"/>
    <dgm:cxn modelId="{FEA43F9D-700D-9340-B3F1-BB070570EA83}" type="presParOf" srcId="{5091B546-55F6-AC48-A65E-876D0318E76A}" destId="{81575063-F9EA-AE46-BA91-660CC694769F}" srcOrd="0" destOrd="0" presId="urn:microsoft.com/office/officeart/2005/8/layout/list1"/>
    <dgm:cxn modelId="{E73EE904-C074-3347-B38A-50B6595C7904}" type="presParOf" srcId="{5091B546-55F6-AC48-A65E-876D0318E76A}" destId="{D81887DA-87EC-1946-9BE6-417A249B72C6}" srcOrd="1" destOrd="0" presId="urn:microsoft.com/office/officeart/2005/8/layout/list1"/>
    <dgm:cxn modelId="{041B15C2-11C0-0046-8292-5DF2CA90CD49}" type="presParOf" srcId="{0127F663-5C2E-B74D-A554-5337D2F9761B}" destId="{EF15CFC5-F7BA-1047-8816-9F1AB623F087}" srcOrd="1" destOrd="0" presId="urn:microsoft.com/office/officeart/2005/8/layout/list1"/>
    <dgm:cxn modelId="{B2E61A74-39A5-7949-A3E6-3BD988CD76F5}" type="presParOf" srcId="{0127F663-5C2E-B74D-A554-5337D2F9761B}" destId="{EF756531-DDE9-3449-8233-9E7BB2114911}" srcOrd="2" destOrd="0" presId="urn:microsoft.com/office/officeart/2005/8/layout/list1"/>
    <dgm:cxn modelId="{6297C4CC-5965-A843-A91B-0891F8478F09}" type="presParOf" srcId="{0127F663-5C2E-B74D-A554-5337D2F9761B}" destId="{794D9BC4-5506-6348-A0D6-D0BAABDAF4C5}" srcOrd="3" destOrd="0" presId="urn:microsoft.com/office/officeart/2005/8/layout/list1"/>
    <dgm:cxn modelId="{0B0BABEB-CD6B-E34F-A9A4-669A6C2A6BE5}" type="presParOf" srcId="{0127F663-5C2E-B74D-A554-5337D2F9761B}" destId="{80128EA0-DBA3-D746-BE76-14EB1EAF6259}" srcOrd="4" destOrd="0" presId="urn:microsoft.com/office/officeart/2005/8/layout/list1"/>
    <dgm:cxn modelId="{DAD72E1D-9487-D84F-8DA4-595F914FDDE5}" type="presParOf" srcId="{80128EA0-DBA3-D746-BE76-14EB1EAF6259}" destId="{00A556E1-1CBC-B843-BE39-0B5C65F66249}" srcOrd="0" destOrd="0" presId="urn:microsoft.com/office/officeart/2005/8/layout/list1"/>
    <dgm:cxn modelId="{88F33451-0BE3-924F-B770-EA968B0FD46D}" type="presParOf" srcId="{80128EA0-DBA3-D746-BE76-14EB1EAF6259}" destId="{141BF40F-8670-2248-A4D3-EF1E9A55BBDB}" srcOrd="1" destOrd="0" presId="urn:microsoft.com/office/officeart/2005/8/layout/list1"/>
    <dgm:cxn modelId="{05F10426-B67E-5A46-888C-D47CA2F34D3B}" type="presParOf" srcId="{0127F663-5C2E-B74D-A554-5337D2F9761B}" destId="{E235D783-724F-624D-9F8E-971FC46BEF91}" srcOrd="5" destOrd="0" presId="urn:microsoft.com/office/officeart/2005/8/layout/list1"/>
    <dgm:cxn modelId="{CC3D3442-B66D-2143-9800-700FF0CFA73F}" type="presParOf" srcId="{0127F663-5C2E-B74D-A554-5337D2F9761B}" destId="{4892ABDC-ED80-924F-88CC-477CA9E4889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14B898E5-4FC1-4C4D-834E-481B84CCF272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958B41A-0309-4B00-B416-92C00A652E86}">
      <dgm:prSet/>
      <dgm:spPr/>
      <dgm:t>
        <a:bodyPr/>
        <a:lstStyle/>
        <a:p>
          <a:r>
            <a:rPr lang="en-US"/>
            <a:t>Dysphagia to solids &amp; liquids</a:t>
          </a:r>
        </a:p>
      </dgm:t>
    </dgm:pt>
    <dgm:pt modelId="{06620993-278A-430A-A2D0-5FB224D0897A}" type="parTrans" cxnId="{AA33E262-AD24-4C70-B013-86A5EEB887BB}">
      <dgm:prSet/>
      <dgm:spPr/>
      <dgm:t>
        <a:bodyPr/>
        <a:lstStyle/>
        <a:p>
          <a:endParaRPr lang="en-US"/>
        </a:p>
      </dgm:t>
    </dgm:pt>
    <dgm:pt modelId="{675FFE03-3C07-4922-B3B6-F5CE79040219}" type="sibTrans" cxnId="{AA33E262-AD24-4C70-B013-86A5EEB887BB}">
      <dgm:prSet/>
      <dgm:spPr/>
      <dgm:t>
        <a:bodyPr/>
        <a:lstStyle/>
        <a:p>
          <a:endParaRPr lang="en-US"/>
        </a:p>
      </dgm:t>
    </dgm:pt>
    <dgm:pt modelId="{6384A888-146B-4FE6-B626-6B4F8F39ADD7}">
      <dgm:prSet/>
      <dgm:spPr/>
      <dgm:t>
        <a:bodyPr/>
        <a:lstStyle/>
        <a:p>
          <a:r>
            <a:rPr lang="en-US"/>
            <a:t>Regurgitation</a:t>
          </a:r>
        </a:p>
      </dgm:t>
    </dgm:pt>
    <dgm:pt modelId="{758387D1-CA76-4A91-AE32-FE5B1D942D9D}" type="parTrans" cxnId="{24370BFB-FBB1-4764-9589-B8E93FF45DF2}">
      <dgm:prSet/>
      <dgm:spPr/>
      <dgm:t>
        <a:bodyPr/>
        <a:lstStyle/>
        <a:p>
          <a:endParaRPr lang="en-US"/>
        </a:p>
      </dgm:t>
    </dgm:pt>
    <dgm:pt modelId="{C6315796-F47B-4896-B5BA-4B2850239FBA}" type="sibTrans" cxnId="{24370BFB-FBB1-4764-9589-B8E93FF45DF2}">
      <dgm:prSet/>
      <dgm:spPr/>
      <dgm:t>
        <a:bodyPr/>
        <a:lstStyle/>
        <a:p>
          <a:endParaRPr lang="en-US"/>
        </a:p>
      </dgm:t>
    </dgm:pt>
    <dgm:pt modelId="{FF31E2BF-7E62-4867-968B-A5E40F0B2964}">
      <dgm:prSet/>
      <dgm:spPr/>
      <dgm:t>
        <a:bodyPr/>
        <a:lstStyle/>
        <a:p>
          <a:r>
            <a:rPr lang="en-US"/>
            <a:t>Nocturnal cough</a:t>
          </a:r>
        </a:p>
      </dgm:t>
    </dgm:pt>
    <dgm:pt modelId="{B347D62E-7C2C-48D5-99F8-248F8019C8A7}" type="parTrans" cxnId="{62170439-A41C-4BA4-B9F5-2282DC3CCAFF}">
      <dgm:prSet/>
      <dgm:spPr/>
      <dgm:t>
        <a:bodyPr/>
        <a:lstStyle/>
        <a:p>
          <a:endParaRPr lang="en-US"/>
        </a:p>
      </dgm:t>
    </dgm:pt>
    <dgm:pt modelId="{9CAD1BE7-E3E8-4E07-A6F0-086770D7A0E0}" type="sibTrans" cxnId="{62170439-A41C-4BA4-B9F5-2282DC3CCAFF}">
      <dgm:prSet/>
      <dgm:spPr/>
      <dgm:t>
        <a:bodyPr/>
        <a:lstStyle/>
        <a:p>
          <a:endParaRPr lang="en-US"/>
        </a:p>
      </dgm:t>
    </dgm:pt>
    <dgm:pt modelId="{3145D501-32A4-4CDE-AC5D-04D258CA9DFB}">
      <dgm:prSet/>
      <dgm:spPr/>
      <dgm:t>
        <a:bodyPr/>
        <a:lstStyle/>
        <a:p>
          <a:r>
            <a:rPr lang="en-US"/>
            <a:t>Chest discomfort</a:t>
          </a:r>
        </a:p>
      </dgm:t>
    </dgm:pt>
    <dgm:pt modelId="{8E1952EB-B9BD-4AD3-A004-612A3AE8212D}" type="parTrans" cxnId="{25CD2186-BFA1-4316-A29A-4E4DC2805BB9}">
      <dgm:prSet/>
      <dgm:spPr/>
      <dgm:t>
        <a:bodyPr/>
        <a:lstStyle/>
        <a:p>
          <a:endParaRPr lang="en-US"/>
        </a:p>
      </dgm:t>
    </dgm:pt>
    <dgm:pt modelId="{A4EA489F-8928-4D2D-93B6-A388C237A3AC}" type="sibTrans" cxnId="{25CD2186-BFA1-4316-A29A-4E4DC2805BB9}">
      <dgm:prSet/>
      <dgm:spPr/>
      <dgm:t>
        <a:bodyPr/>
        <a:lstStyle/>
        <a:p>
          <a:endParaRPr lang="en-US"/>
        </a:p>
      </dgm:t>
    </dgm:pt>
    <dgm:pt modelId="{69AF920F-B297-48F5-9BAE-3F3009997FC4}">
      <dgm:prSet/>
      <dgm:spPr/>
      <dgm:t>
        <a:bodyPr/>
        <a:lstStyle/>
        <a:p>
          <a:r>
            <a:rPr lang="en-US"/>
            <a:t>Weight loss</a:t>
          </a:r>
        </a:p>
      </dgm:t>
    </dgm:pt>
    <dgm:pt modelId="{A388F26C-B719-4AC2-93DD-9AAB475C5EFA}" type="parTrans" cxnId="{2405EE94-01A4-451A-8111-28A538AD7D92}">
      <dgm:prSet/>
      <dgm:spPr/>
      <dgm:t>
        <a:bodyPr/>
        <a:lstStyle/>
        <a:p>
          <a:endParaRPr lang="en-US"/>
        </a:p>
      </dgm:t>
    </dgm:pt>
    <dgm:pt modelId="{D955BE21-0ADA-48D1-A5E9-DEDA2BF4C7E9}" type="sibTrans" cxnId="{2405EE94-01A4-451A-8111-28A538AD7D92}">
      <dgm:prSet/>
      <dgm:spPr/>
      <dgm:t>
        <a:bodyPr/>
        <a:lstStyle/>
        <a:p>
          <a:endParaRPr lang="en-US"/>
        </a:p>
      </dgm:t>
    </dgm:pt>
    <dgm:pt modelId="{B104ACDA-5B3A-FC46-BD36-AF6C9C76556C}" type="pres">
      <dgm:prSet presAssocID="{14B898E5-4FC1-4C4D-834E-481B84CCF272}" presName="diagram" presStyleCnt="0">
        <dgm:presLayoutVars>
          <dgm:dir/>
          <dgm:resizeHandles val="exact"/>
        </dgm:presLayoutVars>
      </dgm:prSet>
      <dgm:spPr/>
    </dgm:pt>
    <dgm:pt modelId="{257DE980-4AB2-E440-8359-C69328EF08F7}" type="pres">
      <dgm:prSet presAssocID="{C958B41A-0309-4B00-B416-92C00A652E86}" presName="node" presStyleLbl="node1" presStyleIdx="0" presStyleCnt="5">
        <dgm:presLayoutVars>
          <dgm:bulletEnabled val="1"/>
        </dgm:presLayoutVars>
      </dgm:prSet>
      <dgm:spPr/>
    </dgm:pt>
    <dgm:pt modelId="{A23093F6-2E65-FA41-9DA3-D4D59DAED2CF}" type="pres">
      <dgm:prSet presAssocID="{675FFE03-3C07-4922-B3B6-F5CE79040219}" presName="sibTrans" presStyleCnt="0"/>
      <dgm:spPr/>
    </dgm:pt>
    <dgm:pt modelId="{405477A8-F421-6641-BFEF-4C32BB1C2836}" type="pres">
      <dgm:prSet presAssocID="{6384A888-146B-4FE6-B626-6B4F8F39ADD7}" presName="node" presStyleLbl="node1" presStyleIdx="1" presStyleCnt="5">
        <dgm:presLayoutVars>
          <dgm:bulletEnabled val="1"/>
        </dgm:presLayoutVars>
      </dgm:prSet>
      <dgm:spPr/>
    </dgm:pt>
    <dgm:pt modelId="{E0DF8235-F46E-7448-A603-6506F91F2AE7}" type="pres">
      <dgm:prSet presAssocID="{C6315796-F47B-4896-B5BA-4B2850239FBA}" presName="sibTrans" presStyleCnt="0"/>
      <dgm:spPr/>
    </dgm:pt>
    <dgm:pt modelId="{9873105F-2C82-FC41-89B8-0772905D6A48}" type="pres">
      <dgm:prSet presAssocID="{FF31E2BF-7E62-4867-968B-A5E40F0B2964}" presName="node" presStyleLbl="node1" presStyleIdx="2" presStyleCnt="5">
        <dgm:presLayoutVars>
          <dgm:bulletEnabled val="1"/>
        </dgm:presLayoutVars>
      </dgm:prSet>
      <dgm:spPr/>
    </dgm:pt>
    <dgm:pt modelId="{91387E4F-7CD6-1249-8702-C79AB7E65D40}" type="pres">
      <dgm:prSet presAssocID="{9CAD1BE7-E3E8-4E07-A6F0-086770D7A0E0}" presName="sibTrans" presStyleCnt="0"/>
      <dgm:spPr/>
    </dgm:pt>
    <dgm:pt modelId="{0512C25D-0DB6-894E-8CA2-84D9BE702E47}" type="pres">
      <dgm:prSet presAssocID="{3145D501-32A4-4CDE-AC5D-04D258CA9DFB}" presName="node" presStyleLbl="node1" presStyleIdx="3" presStyleCnt="5">
        <dgm:presLayoutVars>
          <dgm:bulletEnabled val="1"/>
        </dgm:presLayoutVars>
      </dgm:prSet>
      <dgm:spPr/>
    </dgm:pt>
    <dgm:pt modelId="{F233AD66-86A0-D641-A3DD-12A6B7BFB2D8}" type="pres">
      <dgm:prSet presAssocID="{A4EA489F-8928-4D2D-93B6-A388C237A3AC}" presName="sibTrans" presStyleCnt="0"/>
      <dgm:spPr/>
    </dgm:pt>
    <dgm:pt modelId="{6DE7BD3F-176D-C042-A253-9DDBB146CDF3}" type="pres">
      <dgm:prSet presAssocID="{69AF920F-B297-48F5-9BAE-3F3009997FC4}" presName="node" presStyleLbl="node1" presStyleIdx="4" presStyleCnt="5">
        <dgm:presLayoutVars>
          <dgm:bulletEnabled val="1"/>
        </dgm:presLayoutVars>
      </dgm:prSet>
      <dgm:spPr/>
    </dgm:pt>
  </dgm:ptLst>
  <dgm:cxnLst>
    <dgm:cxn modelId="{7B1DEE2B-21BA-9E46-A482-249F095EC4FC}" type="presOf" srcId="{3145D501-32A4-4CDE-AC5D-04D258CA9DFB}" destId="{0512C25D-0DB6-894E-8CA2-84D9BE702E47}" srcOrd="0" destOrd="0" presId="urn:microsoft.com/office/officeart/2005/8/layout/default"/>
    <dgm:cxn modelId="{62170439-A41C-4BA4-B9F5-2282DC3CCAFF}" srcId="{14B898E5-4FC1-4C4D-834E-481B84CCF272}" destId="{FF31E2BF-7E62-4867-968B-A5E40F0B2964}" srcOrd="2" destOrd="0" parTransId="{B347D62E-7C2C-48D5-99F8-248F8019C8A7}" sibTransId="{9CAD1BE7-E3E8-4E07-A6F0-086770D7A0E0}"/>
    <dgm:cxn modelId="{12CEB05F-B1E8-2446-B478-CAA2F561AF84}" type="presOf" srcId="{69AF920F-B297-48F5-9BAE-3F3009997FC4}" destId="{6DE7BD3F-176D-C042-A253-9DDBB146CDF3}" srcOrd="0" destOrd="0" presId="urn:microsoft.com/office/officeart/2005/8/layout/default"/>
    <dgm:cxn modelId="{AA33E262-AD24-4C70-B013-86A5EEB887BB}" srcId="{14B898E5-4FC1-4C4D-834E-481B84CCF272}" destId="{C958B41A-0309-4B00-B416-92C00A652E86}" srcOrd="0" destOrd="0" parTransId="{06620993-278A-430A-A2D0-5FB224D0897A}" sibTransId="{675FFE03-3C07-4922-B3B6-F5CE79040219}"/>
    <dgm:cxn modelId="{25CD2186-BFA1-4316-A29A-4E4DC2805BB9}" srcId="{14B898E5-4FC1-4C4D-834E-481B84CCF272}" destId="{3145D501-32A4-4CDE-AC5D-04D258CA9DFB}" srcOrd="3" destOrd="0" parTransId="{8E1952EB-B9BD-4AD3-A004-612A3AE8212D}" sibTransId="{A4EA489F-8928-4D2D-93B6-A388C237A3AC}"/>
    <dgm:cxn modelId="{2405EE94-01A4-451A-8111-28A538AD7D92}" srcId="{14B898E5-4FC1-4C4D-834E-481B84CCF272}" destId="{69AF920F-B297-48F5-9BAE-3F3009997FC4}" srcOrd="4" destOrd="0" parTransId="{A388F26C-B719-4AC2-93DD-9AAB475C5EFA}" sibTransId="{D955BE21-0ADA-48D1-A5E9-DEDA2BF4C7E9}"/>
    <dgm:cxn modelId="{520379BF-3292-E04A-BB3B-20AA38BADA86}" type="presOf" srcId="{14B898E5-4FC1-4C4D-834E-481B84CCF272}" destId="{B104ACDA-5B3A-FC46-BD36-AF6C9C76556C}" srcOrd="0" destOrd="0" presId="urn:microsoft.com/office/officeart/2005/8/layout/default"/>
    <dgm:cxn modelId="{2B3AD3CE-695D-0843-A139-73178146352E}" type="presOf" srcId="{FF31E2BF-7E62-4867-968B-A5E40F0B2964}" destId="{9873105F-2C82-FC41-89B8-0772905D6A48}" srcOrd="0" destOrd="0" presId="urn:microsoft.com/office/officeart/2005/8/layout/default"/>
    <dgm:cxn modelId="{AF32CAD3-33F4-3142-8B2E-46F212847C06}" type="presOf" srcId="{6384A888-146B-4FE6-B626-6B4F8F39ADD7}" destId="{405477A8-F421-6641-BFEF-4C32BB1C2836}" srcOrd="0" destOrd="0" presId="urn:microsoft.com/office/officeart/2005/8/layout/default"/>
    <dgm:cxn modelId="{EF1CC5DD-4535-154A-BEBE-B263FB4C7FE4}" type="presOf" srcId="{C958B41A-0309-4B00-B416-92C00A652E86}" destId="{257DE980-4AB2-E440-8359-C69328EF08F7}" srcOrd="0" destOrd="0" presId="urn:microsoft.com/office/officeart/2005/8/layout/default"/>
    <dgm:cxn modelId="{24370BFB-FBB1-4764-9589-B8E93FF45DF2}" srcId="{14B898E5-4FC1-4C4D-834E-481B84CCF272}" destId="{6384A888-146B-4FE6-B626-6B4F8F39ADD7}" srcOrd="1" destOrd="0" parTransId="{758387D1-CA76-4A91-AE32-FE5B1D942D9D}" sibTransId="{C6315796-F47B-4896-B5BA-4B2850239FBA}"/>
    <dgm:cxn modelId="{8E935986-F57E-094C-9862-5D347A0CFA64}" type="presParOf" srcId="{B104ACDA-5B3A-FC46-BD36-AF6C9C76556C}" destId="{257DE980-4AB2-E440-8359-C69328EF08F7}" srcOrd="0" destOrd="0" presId="urn:microsoft.com/office/officeart/2005/8/layout/default"/>
    <dgm:cxn modelId="{6ED39921-CE00-324F-8636-91E8465C6ABE}" type="presParOf" srcId="{B104ACDA-5B3A-FC46-BD36-AF6C9C76556C}" destId="{A23093F6-2E65-FA41-9DA3-D4D59DAED2CF}" srcOrd="1" destOrd="0" presId="urn:microsoft.com/office/officeart/2005/8/layout/default"/>
    <dgm:cxn modelId="{5CBCA640-AE68-5F41-B504-93BCAA4939E0}" type="presParOf" srcId="{B104ACDA-5B3A-FC46-BD36-AF6C9C76556C}" destId="{405477A8-F421-6641-BFEF-4C32BB1C2836}" srcOrd="2" destOrd="0" presId="urn:microsoft.com/office/officeart/2005/8/layout/default"/>
    <dgm:cxn modelId="{B28ECCD6-43C8-384C-B13C-BCF284ABEBA4}" type="presParOf" srcId="{B104ACDA-5B3A-FC46-BD36-AF6C9C76556C}" destId="{E0DF8235-F46E-7448-A603-6506F91F2AE7}" srcOrd="3" destOrd="0" presId="urn:microsoft.com/office/officeart/2005/8/layout/default"/>
    <dgm:cxn modelId="{A6ACF4C5-F37D-AE48-999B-BF02A3857FF0}" type="presParOf" srcId="{B104ACDA-5B3A-FC46-BD36-AF6C9C76556C}" destId="{9873105F-2C82-FC41-89B8-0772905D6A48}" srcOrd="4" destOrd="0" presId="urn:microsoft.com/office/officeart/2005/8/layout/default"/>
    <dgm:cxn modelId="{019A9799-6C05-EA4B-B8F9-22ED64A654D4}" type="presParOf" srcId="{B104ACDA-5B3A-FC46-BD36-AF6C9C76556C}" destId="{91387E4F-7CD6-1249-8702-C79AB7E65D40}" srcOrd="5" destOrd="0" presId="urn:microsoft.com/office/officeart/2005/8/layout/default"/>
    <dgm:cxn modelId="{C7A1B858-2233-CC42-A4CB-DDF62714B853}" type="presParOf" srcId="{B104ACDA-5B3A-FC46-BD36-AF6C9C76556C}" destId="{0512C25D-0DB6-894E-8CA2-84D9BE702E47}" srcOrd="6" destOrd="0" presId="urn:microsoft.com/office/officeart/2005/8/layout/default"/>
    <dgm:cxn modelId="{DF23BC27-DA31-CE45-B8F0-7F6AF074B100}" type="presParOf" srcId="{B104ACDA-5B3A-FC46-BD36-AF6C9C76556C}" destId="{F233AD66-86A0-D641-A3DD-12A6B7BFB2D8}" srcOrd="7" destOrd="0" presId="urn:microsoft.com/office/officeart/2005/8/layout/default"/>
    <dgm:cxn modelId="{2FE74754-C7F3-EC43-A541-80C244026BAE}" type="presParOf" srcId="{B104ACDA-5B3A-FC46-BD36-AF6C9C76556C}" destId="{6DE7BD3F-176D-C042-A253-9DDBB146CDF3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2BAF66AC-275C-46E2-A65B-617059DA2545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9DA57FD-78FA-4E4B-9E84-265E1CA76F09}">
      <dgm:prSet/>
      <dgm:spPr/>
      <dgm:t>
        <a:bodyPr/>
        <a:lstStyle/>
        <a:p>
          <a:r>
            <a:rPr lang="en-US"/>
            <a:t>Barium Swallow:</a:t>
          </a:r>
        </a:p>
      </dgm:t>
    </dgm:pt>
    <dgm:pt modelId="{A39668F4-47CE-4020-94A3-A566D57C110F}" type="parTrans" cxnId="{4866B77A-31C0-44CF-8F68-464A9DC6F38D}">
      <dgm:prSet/>
      <dgm:spPr/>
      <dgm:t>
        <a:bodyPr/>
        <a:lstStyle/>
        <a:p>
          <a:endParaRPr lang="en-US"/>
        </a:p>
      </dgm:t>
    </dgm:pt>
    <dgm:pt modelId="{9CD0B472-9218-49D2-9355-181607C162D1}" type="sibTrans" cxnId="{4866B77A-31C0-44CF-8F68-464A9DC6F38D}">
      <dgm:prSet/>
      <dgm:spPr/>
      <dgm:t>
        <a:bodyPr/>
        <a:lstStyle/>
        <a:p>
          <a:endParaRPr lang="en-US"/>
        </a:p>
      </dgm:t>
    </dgm:pt>
    <dgm:pt modelId="{C35956D5-04C8-4BC2-AD23-F89C65DDEEC0}">
      <dgm:prSet/>
      <dgm:spPr/>
      <dgm:t>
        <a:bodyPr/>
        <a:lstStyle/>
        <a:p>
          <a:r>
            <a:rPr lang="en-US"/>
            <a:t>Dilated esophagus + Bird Beak Narrowing</a:t>
          </a:r>
        </a:p>
      </dgm:t>
    </dgm:pt>
    <dgm:pt modelId="{8915687E-5C9C-4A80-8C4A-647811205712}" type="parTrans" cxnId="{6E3A032D-ACBB-4E85-AD3F-BE77A48CE4DD}">
      <dgm:prSet/>
      <dgm:spPr/>
      <dgm:t>
        <a:bodyPr/>
        <a:lstStyle/>
        <a:p>
          <a:endParaRPr lang="en-US"/>
        </a:p>
      </dgm:t>
    </dgm:pt>
    <dgm:pt modelId="{85573A4E-C11C-475B-808E-A7CE6B145CE5}" type="sibTrans" cxnId="{6E3A032D-ACBB-4E85-AD3F-BE77A48CE4DD}">
      <dgm:prSet/>
      <dgm:spPr/>
      <dgm:t>
        <a:bodyPr/>
        <a:lstStyle/>
        <a:p>
          <a:endParaRPr lang="en-US"/>
        </a:p>
      </dgm:t>
    </dgm:pt>
    <dgm:pt modelId="{C0FDBB10-95F3-484F-9A7E-2E21462D86E7}">
      <dgm:prSet/>
      <dgm:spPr/>
      <dgm:t>
        <a:bodyPr/>
        <a:lstStyle/>
        <a:p>
          <a:r>
            <a:rPr lang="en-US"/>
            <a:t>High-resolution manometry (Gold standard)</a:t>
          </a:r>
        </a:p>
      </dgm:t>
    </dgm:pt>
    <dgm:pt modelId="{D7665936-ACCB-4D3F-9E73-7F32F56FC9DA}" type="parTrans" cxnId="{B44A29DC-269B-40AF-B013-B7508B7551DC}">
      <dgm:prSet/>
      <dgm:spPr/>
      <dgm:t>
        <a:bodyPr/>
        <a:lstStyle/>
        <a:p>
          <a:endParaRPr lang="en-US"/>
        </a:p>
      </dgm:t>
    </dgm:pt>
    <dgm:pt modelId="{19F06B87-38A2-449C-8475-56BC10D1FEC3}" type="sibTrans" cxnId="{B44A29DC-269B-40AF-B013-B7508B7551DC}">
      <dgm:prSet/>
      <dgm:spPr/>
      <dgm:t>
        <a:bodyPr/>
        <a:lstStyle/>
        <a:p>
          <a:endParaRPr lang="en-US"/>
        </a:p>
      </dgm:t>
    </dgm:pt>
    <dgm:pt modelId="{E9480A61-6CFE-4735-9AAD-B66B5EE9725F}">
      <dgm:prSet/>
      <dgm:spPr/>
      <dgm:t>
        <a:bodyPr/>
        <a:lstStyle/>
        <a:p>
          <a:r>
            <a:rPr lang="en-US"/>
            <a:t>EGD</a:t>
          </a:r>
        </a:p>
      </dgm:t>
    </dgm:pt>
    <dgm:pt modelId="{56F056E3-5FCC-43D7-BA3C-60729DDB9C63}" type="parTrans" cxnId="{2A009AC8-1C99-4F19-8AF0-9528310416DD}">
      <dgm:prSet/>
      <dgm:spPr/>
      <dgm:t>
        <a:bodyPr/>
        <a:lstStyle/>
        <a:p>
          <a:endParaRPr lang="en-US"/>
        </a:p>
      </dgm:t>
    </dgm:pt>
    <dgm:pt modelId="{B744D391-FE6E-426E-AC0B-29ED88EAE987}" type="sibTrans" cxnId="{2A009AC8-1C99-4F19-8AF0-9528310416DD}">
      <dgm:prSet/>
      <dgm:spPr/>
      <dgm:t>
        <a:bodyPr/>
        <a:lstStyle/>
        <a:p>
          <a:endParaRPr lang="en-US"/>
        </a:p>
      </dgm:t>
    </dgm:pt>
    <dgm:pt modelId="{91696F85-CF91-4566-9B43-A431F40C796D}">
      <dgm:prSet/>
      <dgm:spPr/>
      <dgm:t>
        <a:bodyPr/>
        <a:lstStyle/>
        <a:p>
          <a:r>
            <a:rPr lang="en-US"/>
            <a:t>Used to exclude obstructing tumor </a:t>
          </a:r>
        </a:p>
      </dgm:t>
    </dgm:pt>
    <dgm:pt modelId="{491DD645-656B-49DE-9BE4-442BAD51C75A}" type="parTrans" cxnId="{C521B8E0-ADD5-45B2-A2C4-F95085714A79}">
      <dgm:prSet/>
      <dgm:spPr/>
      <dgm:t>
        <a:bodyPr/>
        <a:lstStyle/>
        <a:p>
          <a:endParaRPr lang="en-US"/>
        </a:p>
      </dgm:t>
    </dgm:pt>
    <dgm:pt modelId="{084B921F-AE5F-47D1-854C-F07EB6C0FD9F}" type="sibTrans" cxnId="{C521B8E0-ADD5-45B2-A2C4-F95085714A79}">
      <dgm:prSet/>
      <dgm:spPr/>
      <dgm:t>
        <a:bodyPr/>
        <a:lstStyle/>
        <a:p>
          <a:endParaRPr lang="en-US"/>
        </a:p>
      </dgm:t>
    </dgm:pt>
    <dgm:pt modelId="{38B8127E-79BB-9D40-9361-19B31779BE9B}" type="pres">
      <dgm:prSet presAssocID="{2BAF66AC-275C-46E2-A65B-617059DA2545}" presName="linear" presStyleCnt="0">
        <dgm:presLayoutVars>
          <dgm:dir/>
          <dgm:animLvl val="lvl"/>
          <dgm:resizeHandles val="exact"/>
        </dgm:presLayoutVars>
      </dgm:prSet>
      <dgm:spPr/>
    </dgm:pt>
    <dgm:pt modelId="{E0FAA06A-7FB1-A34B-A523-39D1FF2B38AD}" type="pres">
      <dgm:prSet presAssocID="{99DA57FD-78FA-4E4B-9E84-265E1CA76F09}" presName="parentLin" presStyleCnt="0"/>
      <dgm:spPr/>
    </dgm:pt>
    <dgm:pt modelId="{8CA3AD66-8790-7D48-9836-65508614E54F}" type="pres">
      <dgm:prSet presAssocID="{99DA57FD-78FA-4E4B-9E84-265E1CA76F09}" presName="parentLeftMargin" presStyleLbl="node1" presStyleIdx="0" presStyleCnt="3"/>
      <dgm:spPr/>
    </dgm:pt>
    <dgm:pt modelId="{8517F450-E63E-D740-8C4A-C04D8868220B}" type="pres">
      <dgm:prSet presAssocID="{99DA57FD-78FA-4E4B-9E84-265E1CA76F0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46A21F7-4B23-0547-BCD1-E02441900EBF}" type="pres">
      <dgm:prSet presAssocID="{99DA57FD-78FA-4E4B-9E84-265E1CA76F09}" presName="negativeSpace" presStyleCnt="0"/>
      <dgm:spPr/>
    </dgm:pt>
    <dgm:pt modelId="{D7C68A80-0DFF-1348-BBC5-2222CE85C7B2}" type="pres">
      <dgm:prSet presAssocID="{99DA57FD-78FA-4E4B-9E84-265E1CA76F09}" presName="childText" presStyleLbl="conFgAcc1" presStyleIdx="0" presStyleCnt="3">
        <dgm:presLayoutVars>
          <dgm:bulletEnabled val="1"/>
        </dgm:presLayoutVars>
      </dgm:prSet>
      <dgm:spPr/>
    </dgm:pt>
    <dgm:pt modelId="{C1AC9CC4-925F-9242-9338-6A03EBA056C7}" type="pres">
      <dgm:prSet presAssocID="{9CD0B472-9218-49D2-9355-181607C162D1}" presName="spaceBetweenRectangles" presStyleCnt="0"/>
      <dgm:spPr/>
    </dgm:pt>
    <dgm:pt modelId="{86A2E7BC-4536-844A-B51E-B4E2E1D8A9E2}" type="pres">
      <dgm:prSet presAssocID="{C0FDBB10-95F3-484F-9A7E-2E21462D86E7}" presName="parentLin" presStyleCnt="0"/>
      <dgm:spPr/>
    </dgm:pt>
    <dgm:pt modelId="{D534791D-33C4-2A43-8FE5-4B0A3F57B932}" type="pres">
      <dgm:prSet presAssocID="{C0FDBB10-95F3-484F-9A7E-2E21462D86E7}" presName="parentLeftMargin" presStyleLbl="node1" presStyleIdx="0" presStyleCnt="3"/>
      <dgm:spPr/>
    </dgm:pt>
    <dgm:pt modelId="{B7515AE9-478E-BD4E-A619-5396F39CD0C3}" type="pres">
      <dgm:prSet presAssocID="{C0FDBB10-95F3-484F-9A7E-2E21462D86E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BAD8FBC-B016-E747-A812-20EA8B4E76F9}" type="pres">
      <dgm:prSet presAssocID="{C0FDBB10-95F3-484F-9A7E-2E21462D86E7}" presName="negativeSpace" presStyleCnt="0"/>
      <dgm:spPr/>
    </dgm:pt>
    <dgm:pt modelId="{E69E4A97-B9FF-3B4A-9C19-C118CB186F2E}" type="pres">
      <dgm:prSet presAssocID="{C0FDBB10-95F3-484F-9A7E-2E21462D86E7}" presName="childText" presStyleLbl="conFgAcc1" presStyleIdx="1" presStyleCnt="3">
        <dgm:presLayoutVars>
          <dgm:bulletEnabled val="1"/>
        </dgm:presLayoutVars>
      </dgm:prSet>
      <dgm:spPr/>
    </dgm:pt>
    <dgm:pt modelId="{CFCB1345-EB39-B04C-8F44-150F74138E43}" type="pres">
      <dgm:prSet presAssocID="{19F06B87-38A2-449C-8475-56BC10D1FEC3}" presName="spaceBetweenRectangles" presStyleCnt="0"/>
      <dgm:spPr/>
    </dgm:pt>
    <dgm:pt modelId="{712E8096-7BA1-074B-A5BB-289AC1AD6AFB}" type="pres">
      <dgm:prSet presAssocID="{E9480A61-6CFE-4735-9AAD-B66B5EE9725F}" presName="parentLin" presStyleCnt="0"/>
      <dgm:spPr/>
    </dgm:pt>
    <dgm:pt modelId="{5ECF5EFE-A7E9-3A46-AE61-E9EC31E7033E}" type="pres">
      <dgm:prSet presAssocID="{E9480A61-6CFE-4735-9AAD-B66B5EE9725F}" presName="parentLeftMargin" presStyleLbl="node1" presStyleIdx="1" presStyleCnt="3"/>
      <dgm:spPr/>
    </dgm:pt>
    <dgm:pt modelId="{F67B5481-AB2D-004C-97E0-4FF376F7EB7F}" type="pres">
      <dgm:prSet presAssocID="{E9480A61-6CFE-4735-9AAD-B66B5EE9725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5A71C40-9267-CB4A-BAE6-9120647634BA}" type="pres">
      <dgm:prSet presAssocID="{E9480A61-6CFE-4735-9AAD-B66B5EE9725F}" presName="negativeSpace" presStyleCnt="0"/>
      <dgm:spPr/>
    </dgm:pt>
    <dgm:pt modelId="{05F9A91C-1EEE-554C-B746-29852E4FA1FC}" type="pres">
      <dgm:prSet presAssocID="{E9480A61-6CFE-4735-9AAD-B66B5EE9725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CB3DE0C-FC89-0E4A-B1E6-237E5D0EC46E}" type="presOf" srcId="{E9480A61-6CFE-4735-9AAD-B66B5EE9725F}" destId="{F67B5481-AB2D-004C-97E0-4FF376F7EB7F}" srcOrd="1" destOrd="0" presId="urn:microsoft.com/office/officeart/2005/8/layout/list1"/>
    <dgm:cxn modelId="{A2FA6111-DD8C-0447-8EBB-D2A6AD1B586F}" type="presOf" srcId="{91696F85-CF91-4566-9B43-A431F40C796D}" destId="{05F9A91C-1EEE-554C-B746-29852E4FA1FC}" srcOrd="0" destOrd="0" presId="urn:microsoft.com/office/officeart/2005/8/layout/list1"/>
    <dgm:cxn modelId="{6E3A032D-ACBB-4E85-AD3F-BE77A48CE4DD}" srcId="{99DA57FD-78FA-4E4B-9E84-265E1CA76F09}" destId="{C35956D5-04C8-4BC2-AD23-F89C65DDEEC0}" srcOrd="0" destOrd="0" parTransId="{8915687E-5C9C-4A80-8C4A-647811205712}" sibTransId="{85573A4E-C11C-475B-808E-A7CE6B145CE5}"/>
    <dgm:cxn modelId="{3ED0CC63-5182-9147-8136-6E4D72EA0132}" type="presOf" srcId="{99DA57FD-78FA-4E4B-9E84-265E1CA76F09}" destId="{8517F450-E63E-D740-8C4A-C04D8868220B}" srcOrd="1" destOrd="0" presId="urn:microsoft.com/office/officeart/2005/8/layout/list1"/>
    <dgm:cxn modelId="{7CF9FD65-69BE-0E43-915B-E866F60F2BF6}" type="presOf" srcId="{2BAF66AC-275C-46E2-A65B-617059DA2545}" destId="{38B8127E-79BB-9D40-9361-19B31779BE9B}" srcOrd="0" destOrd="0" presId="urn:microsoft.com/office/officeart/2005/8/layout/list1"/>
    <dgm:cxn modelId="{32CCFA66-9D72-F144-A73E-B9CB4949AE31}" type="presOf" srcId="{C0FDBB10-95F3-484F-9A7E-2E21462D86E7}" destId="{D534791D-33C4-2A43-8FE5-4B0A3F57B932}" srcOrd="0" destOrd="0" presId="urn:microsoft.com/office/officeart/2005/8/layout/list1"/>
    <dgm:cxn modelId="{4866B77A-31C0-44CF-8F68-464A9DC6F38D}" srcId="{2BAF66AC-275C-46E2-A65B-617059DA2545}" destId="{99DA57FD-78FA-4E4B-9E84-265E1CA76F09}" srcOrd="0" destOrd="0" parTransId="{A39668F4-47CE-4020-94A3-A566D57C110F}" sibTransId="{9CD0B472-9218-49D2-9355-181607C162D1}"/>
    <dgm:cxn modelId="{B7787387-76C4-6B4B-B0B0-5E47DB78CB20}" type="presOf" srcId="{99DA57FD-78FA-4E4B-9E84-265E1CA76F09}" destId="{8CA3AD66-8790-7D48-9836-65508614E54F}" srcOrd="0" destOrd="0" presId="urn:microsoft.com/office/officeart/2005/8/layout/list1"/>
    <dgm:cxn modelId="{01836792-0A96-674A-8C5A-464A338CE713}" type="presOf" srcId="{C35956D5-04C8-4BC2-AD23-F89C65DDEEC0}" destId="{D7C68A80-0DFF-1348-BBC5-2222CE85C7B2}" srcOrd="0" destOrd="0" presId="urn:microsoft.com/office/officeart/2005/8/layout/list1"/>
    <dgm:cxn modelId="{7716CEA2-95B4-E24E-86C3-7D78BBADFD80}" type="presOf" srcId="{E9480A61-6CFE-4735-9AAD-B66B5EE9725F}" destId="{5ECF5EFE-A7E9-3A46-AE61-E9EC31E7033E}" srcOrd="0" destOrd="0" presId="urn:microsoft.com/office/officeart/2005/8/layout/list1"/>
    <dgm:cxn modelId="{2A009AC8-1C99-4F19-8AF0-9528310416DD}" srcId="{2BAF66AC-275C-46E2-A65B-617059DA2545}" destId="{E9480A61-6CFE-4735-9AAD-B66B5EE9725F}" srcOrd="2" destOrd="0" parTransId="{56F056E3-5FCC-43D7-BA3C-60729DDB9C63}" sibTransId="{B744D391-FE6E-426E-AC0B-29ED88EAE987}"/>
    <dgm:cxn modelId="{F370BED0-0B1B-6745-B61C-A73929B3C438}" type="presOf" srcId="{C0FDBB10-95F3-484F-9A7E-2E21462D86E7}" destId="{B7515AE9-478E-BD4E-A619-5396F39CD0C3}" srcOrd="1" destOrd="0" presId="urn:microsoft.com/office/officeart/2005/8/layout/list1"/>
    <dgm:cxn modelId="{B44A29DC-269B-40AF-B013-B7508B7551DC}" srcId="{2BAF66AC-275C-46E2-A65B-617059DA2545}" destId="{C0FDBB10-95F3-484F-9A7E-2E21462D86E7}" srcOrd="1" destOrd="0" parTransId="{D7665936-ACCB-4D3F-9E73-7F32F56FC9DA}" sibTransId="{19F06B87-38A2-449C-8475-56BC10D1FEC3}"/>
    <dgm:cxn modelId="{C521B8E0-ADD5-45B2-A2C4-F95085714A79}" srcId="{E9480A61-6CFE-4735-9AAD-B66B5EE9725F}" destId="{91696F85-CF91-4566-9B43-A431F40C796D}" srcOrd="0" destOrd="0" parTransId="{491DD645-656B-49DE-9BE4-442BAD51C75A}" sibTransId="{084B921F-AE5F-47D1-854C-F07EB6C0FD9F}"/>
    <dgm:cxn modelId="{846E0370-7BA9-3E44-B39C-52EA91383533}" type="presParOf" srcId="{38B8127E-79BB-9D40-9361-19B31779BE9B}" destId="{E0FAA06A-7FB1-A34B-A523-39D1FF2B38AD}" srcOrd="0" destOrd="0" presId="urn:microsoft.com/office/officeart/2005/8/layout/list1"/>
    <dgm:cxn modelId="{FFF9AD7D-02A4-4E44-8D7F-C32390117EB3}" type="presParOf" srcId="{E0FAA06A-7FB1-A34B-A523-39D1FF2B38AD}" destId="{8CA3AD66-8790-7D48-9836-65508614E54F}" srcOrd="0" destOrd="0" presId="urn:microsoft.com/office/officeart/2005/8/layout/list1"/>
    <dgm:cxn modelId="{E5659D79-6492-BB4E-B8D8-E2B629E52ACE}" type="presParOf" srcId="{E0FAA06A-7FB1-A34B-A523-39D1FF2B38AD}" destId="{8517F450-E63E-D740-8C4A-C04D8868220B}" srcOrd="1" destOrd="0" presId="urn:microsoft.com/office/officeart/2005/8/layout/list1"/>
    <dgm:cxn modelId="{B0EE2C5D-4DBF-244C-935D-164CF47EF2D3}" type="presParOf" srcId="{38B8127E-79BB-9D40-9361-19B31779BE9B}" destId="{F46A21F7-4B23-0547-BCD1-E02441900EBF}" srcOrd="1" destOrd="0" presId="urn:microsoft.com/office/officeart/2005/8/layout/list1"/>
    <dgm:cxn modelId="{3EFEEEB6-2E2F-9A46-B155-99434E1BC701}" type="presParOf" srcId="{38B8127E-79BB-9D40-9361-19B31779BE9B}" destId="{D7C68A80-0DFF-1348-BBC5-2222CE85C7B2}" srcOrd="2" destOrd="0" presId="urn:microsoft.com/office/officeart/2005/8/layout/list1"/>
    <dgm:cxn modelId="{1173DE41-DD87-D444-AC0A-E26A9E2647A0}" type="presParOf" srcId="{38B8127E-79BB-9D40-9361-19B31779BE9B}" destId="{C1AC9CC4-925F-9242-9338-6A03EBA056C7}" srcOrd="3" destOrd="0" presId="urn:microsoft.com/office/officeart/2005/8/layout/list1"/>
    <dgm:cxn modelId="{D048D374-A01C-7B41-92A0-8A4D999DC7E3}" type="presParOf" srcId="{38B8127E-79BB-9D40-9361-19B31779BE9B}" destId="{86A2E7BC-4536-844A-B51E-B4E2E1D8A9E2}" srcOrd="4" destOrd="0" presId="urn:microsoft.com/office/officeart/2005/8/layout/list1"/>
    <dgm:cxn modelId="{F79099AA-40AA-8346-8ADB-70809C85ADB5}" type="presParOf" srcId="{86A2E7BC-4536-844A-B51E-B4E2E1D8A9E2}" destId="{D534791D-33C4-2A43-8FE5-4B0A3F57B932}" srcOrd="0" destOrd="0" presId="urn:microsoft.com/office/officeart/2005/8/layout/list1"/>
    <dgm:cxn modelId="{45B905DB-0CF2-564E-9ED8-C96AB4F6CF94}" type="presParOf" srcId="{86A2E7BC-4536-844A-B51E-B4E2E1D8A9E2}" destId="{B7515AE9-478E-BD4E-A619-5396F39CD0C3}" srcOrd="1" destOrd="0" presId="urn:microsoft.com/office/officeart/2005/8/layout/list1"/>
    <dgm:cxn modelId="{D779B3B9-2C64-BC44-AFA1-4603488066EC}" type="presParOf" srcId="{38B8127E-79BB-9D40-9361-19B31779BE9B}" destId="{5BAD8FBC-B016-E747-A812-20EA8B4E76F9}" srcOrd="5" destOrd="0" presId="urn:microsoft.com/office/officeart/2005/8/layout/list1"/>
    <dgm:cxn modelId="{6D44F5C7-ADB3-424C-86C0-91EA51CEFA4E}" type="presParOf" srcId="{38B8127E-79BB-9D40-9361-19B31779BE9B}" destId="{E69E4A97-B9FF-3B4A-9C19-C118CB186F2E}" srcOrd="6" destOrd="0" presId="urn:microsoft.com/office/officeart/2005/8/layout/list1"/>
    <dgm:cxn modelId="{66AB6EF8-D4B0-8443-AB40-BDEF4FE7FEF1}" type="presParOf" srcId="{38B8127E-79BB-9D40-9361-19B31779BE9B}" destId="{CFCB1345-EB39-B04C-8F44-150F74138E43}" srcOrd="7" destOrd="0" presId="urn:microsoft.com/office/officeart/2005/8/layout/list1"/>
    <dgm:cxn modelId="{D6054CAB-062E-FA44-BA6A-F116FC34E333}" type="presParOf" srcId="{38B8127E-79BB-9D40-9361-19B31779BE9B}" destId="{712E8096-7BA1-074B-A5BB-289AC1AD6AFB}" srcOrd="8" destOrd="0" presId="urn:microsoft.com/office/officeart/2005/8/layout/list1"/>
    <dgm:cxn modelId="{F078E93D-921B-5C47-AD13-DF639CB724B4}" type="presParOf" srcId="{712E8096-7BA1-074B-A5BB-289AC1AD6AFB}" destId="{5ECF5EFE-A7E9-3A46-AE61-E9EC31E7033E}" srcOrd="0" destOrd="0" presId="urn:microsoft.com/office/officeart/2005/8/layout/list1"/>
    <dgm:cxn modelId="{5F118B97-0F4C-C343-85B9-F083F05BFAA3}" type="presParOf" srcId="{712E8096-7BA1-074B-A5BB-289AC1AD6AFB}" destId="{F67B5481-AB2D-004C-97E0-4FF376F7EB7F}" srcOrd="1" destOrd="0" presId="urn:microsoft.com/office/officeart/2005/8/layout/list1"/>
    <dgm:cxn modelId="{C68381A7-450D-084D-9173-7FCF2CC28DAF}" type="presParOf" srcId="{38B8127E-79BB-9D40-9361-19B31779BE9B}" destId="{75A71C40-9267-CB4A-BAE6-9120647634BA}" srcOrd="9" destOrd="0" presId="urn:microsoft.com/office/officeart/2005/8/layout/list1"/>
    <dgm:cxn modelId="{A8A9CC5F-DDB1-6646-A40B-C195E0DF8932}" type="presParOf" srcId="{38B8127E-79BB-9D40-9361-19B31779BE9B}" destId="{05F9A91C-1EEE-554C-B746-29852E4FA1F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41D58F20-8CF9-4716-B125-15BDB9BC7AFB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3C18918-3819-4629-ACD3-A578ADE74CCF}">
      <dgm:prSet/>
      <dgm:spPr/>
      <dgm:t>
        <a:bodyPr/>
        <a:lstStyle/>
        <a:p>
          <a:r>
            <a:rPr lang="en-US"/>
            <a:t>Smooth muscle relaxants:</a:t>
          </a:r>
        </a:p>
      </dgm:t>
    </dgm:pt>
    <dgm:pt modelId="{13A78068-1CE5-45DF-830B-39A4D2CCE408}" type="parTrans" cxnId="{B8FD50C4-C7DF-401D-B1CA-6A198FD11029}">
      <dgm:prSet/>
      <dgm:spPr/>
      <dgm:t>
        <a:bodyPr/>
        <a:lstStyle/>
        <a:p>
          <a:endParaRPr lang="en-US"/>
        </a:p>
      </dgm:t>
    </dgm:pt>
    <dgm:pt modelId="{15BFB6E5-D67D-4155-B676-48EFF8B79636}" type="sibTrans" cxnId="{B8FD50C4-C7DF-401D-B1CA-6A198FD11029}">
      <dgm:prSet/>
      <dgm:spPr/>
      <dgm:t>
        <a:bodyPr/>
        <a:lstStyle/>
        <a:p>
          <a:endParaRPr lang="en-US"/>
        </a:p>
      </dgm:t>
    </dgm:pt>
    <dgm:pt modelId="{3681A898-2775-463B-8A9B-DBF0E2A410EE}">
      <dgm:prSet/>
      <dgm:spPr/>
      <dgm:t>
        <a:bodyPr/>
        <a:lstStyle/>
        <a:p>
          <a:r>
            <a:rPr lang="en-US"/>
            <a:t>Calcium channel blockers (CCBs)</a:t>
          </a:r>
        </a:p>
      </dgm:t>
    </dgm:pt>
    <dgm:pt modelId="{B9B003D2-4BBB-46BA-B1DF-0FF28044D1F5}" type="parTrans" cxnId="{0E7DAAD6-1E96-4777-AD9B-290C94C61F81}">
      <dgm:prSet/>
      <dgm:spPr/>
      <dgm:t>
        <a:bodyPr/>
        <a:lstStyle/>
        <a:p>
          <a:endParaRPr lang="en-US"/>
        </a:p>
      </dgm:t>
    </dgm:pt>
    <dgm:pt modelId="{ADADE194-B552-429D-8A2F-FCD9800CCA55}" type="sibTrans" cxnId="{0E7DAAD6-1E96-4777-AD9B-290C94C61F81}">
      <dgm:prSet/>
      <dgm:spPr/>
      <dgm:t>
        <a:bodyPr/>
        <a:lstStyle/>
        <a:p>
          <a:endParaRPr lang="en-US"/>
        </a:p>
      </dgm:t>
    </dgm:pt>
    <dgm:pt modelId="{E4CC7091-F38F-4DA0-9269-6B42AFD94E12}">
      <dgm:prSet/>
      <dgm:spPr/>
      <dgm:t>
        <a:bodyPr/>
        <a:lstStyle/>
        <a:p>
          <a:r>
            <a:rPr lang="en-US"/>
            <a:t>Nitrates </a:t>
          </a:r>
        </a:p>
      </dgm:t>
    </dgm:pt>
    <dgm:pt modelId="{6FFEDA50-5CB9-493D-B7F7-252ACDDD9168}" type="parTrans" cxnId="{FA6AC02E-9B5C-4DFB-965F-3FF84136028C}">
      <dgm:prSet/>
      <dgm:spPr/>
      <dgm:t>
        <a:bodyPr/>
        <a:lstStyle/>
        <a:p>
          <a:endParaRPr lang="en-US"/>
        </a:p>
      </dgm:t>
    </dgm:pt>
    <dgm:pt modelId="{6E1300E7-C42A-4582-8F49-533D68BAD21B}" type="sibTrans" cxnId="{FA6AC02E-9B5C-4DFB-965F-3FF84136028C}">
      <dgm:prSet/>
      <dgm:spPr/>
      <dgm:t>
        <a:bodyPr/>
        <a:lstStyle/>
        <a:p>
          <a:endParaRPr lang="en-US"/>
        </a:p>
      </dgm:t>
    </dgm:pt>
    <dgm:pt modelId="{7A68F004-15B5-42BC-8D4E-BB7C7A5CF06B}">
      <dgm:prSet/>
      <dgm:spPr/>
      <dgm:t>
        <a:bodyPr/>
        <a:lstStyle/>
        <a:p>
          <a:r>
            <a:rPr lang="en-US"/>
            <a:t>Exclude cardiac disease</a:t>
          </a:r>
        </a:p>
      </dgm:t>
    </dgm:pt>
    <dgm:pt modelId="{5C15F859-2E2A-4CFE-ADF5-569B9F46F7E8}" type="parTrans" cxnId="{A6AB5940-57BE-4F2F-8206-BA01A2DAD45E}">
      <dgm:prSet/>
      <dgm:spPr/>
      <dgm:t>
        <a:bodyPr/>
        <a:lstStyle/>
        <a:p>
          <a:endParaRPr lang="en-US"/>
        </a:p>
      </dgm:t>
    </dgm:pt>
    <dgm:pt modelId="{312434F0-CC5E-4FBA-82E2-C0E323C157D4}" type="sibTrans" cxnId="{A6AB5940-57BE-4F2F-8206-BA01A2DAD45E}">
      <dgm:prSet/>
      <dgm:spPr/>
      <dgm:t>
        <a:bodyPr/>
        <a:lstStyle/>
        <a:p>
          <a:endParaRPr lang="en-US"/>
        </a:p>
      </dgm:t>
    </dgm:pt>
    <dgm:pt modelId="{B9F842B0-9097-4B28-945A-33FA8C70CE18}">
      <dgm:prSet/>
      <dgm:spPr/>
      <dgm:t>
        <a:bodyPr/>
        <a:lstStyle/>
        <a:p>
          <a:r>
            <a:rPr lang="en-US"/>
            <a:t>Tx concurrent reflux </a:t>
          </a:r>
        </a:p>
      </dgm:t>
    </dgm:pt>
    <dgm:pt modelId="{8BB0E913-4943-4BEA-976F-AEA2673BB901}" type="parTrans" cxnId="{1A10B7DE-2F2D-431D-83A4-8E14A14CF79D}">
      <dgm:prSet/>
      <dgm:spPr/>
      <dgm:t>
        <a:bodyPr/>
        <a:lstStyle/>
        <a:p>
          <a:endParaRPr lang="en-US"/>
        </a:p>
      </dgm:t>
    </dgm:pt>
    <dgm:pt modelId="{26516F4A-9687-452E-8F53-3943D51E811F}" type="sibTrans" cxnId="{1A10B7DE-2F2D-431D-83A4-8E14A14CF79D}">
      <dgm:prSet/>
      <dgm:spPr/>
      <dgm:t>
        <a:bodyPr/>
        <a:lstStyle/>
        <a:p>
          <a:endParaRPr lang="en-US"/>
        </a:p>
      </dgm:t>
    </dgm:pt>
    <dgm:pt modelId="{FDE0D730-8206-44EB-B017-1DB38BBDCC9D}">
      <dgm:prSet/>
      <dgm:spPr/>
      <dgm:t>
        <a:bodyPr/>
        <a:lstStyle/>
        <a:p>
          <a:r>
            <a:rPr lang="en-US"/>
            <a:t>POEM only for refractory cases</a:t>
          </a:r>
        </a:p>
      </dgm:t>
    </dgm:pt>
    <dgm:pt modelId="{8E43951E-84B7-40FF-95F9-CA1CC7F19633}" type="parTrans" cxnId="{F4875BE2-7B69-43A6-BF4B-BC4AA41B3CF6}">
      <dgm:prSet/>
      <dgm:spPr/>
      <dgm:t>
        <a:bodyPr/>
        <a:lstStyle/>
        <a:p>
          <a:endParaRPr lang="en-US"/>
        </a:p>
      </dgm:t>
    </dgm:pt>
    <dgm:pt modelId="{833E5AB2-BDE3-4841-AB82-BF4F237E1CFB}" type="sibTrans" cxnId="{F4875BE2-7B69-43A6-BF4B-BC4AA41B3CF6}">
      <dgm:prSet/>
      <dgm:spPr/>
      <dgm:t>
        <a:bodyPr/>
        <a:lstStyle/>
        <a:p>
          <a:endParaRPr lang="en-US"/>
        </a:p>
      </dgm:t>
    </dgm:pt>
    <dgm:pt modelId="{4EE379DA-4225-3347-9C13-64CCDF591B10}" type="pres">
      <dgm:prSet presAssocID="{41D58F20-8CF9-4716-B125-15BDB9BC7AF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6AAE1EF-1366-7441-87AA-30D62BD679F1}" type="pres">
      <dgm:prSet presAssocID="{33C18918-3819-4629-ACD3-A578ADE74CCF}" presName="root1" presStyleCnt="0"/>
      <dgm:spPr/>
    </dgm:pt>
    <dgm:pt modelId="{B1A912AB-E0D7-F740-BBAD-D8EEBCCBE336}" type="pres">
      <dgm:prSet presAssocID="{33C18918-3819-4629-ACD3-A578ADE74CCF}" presName="LevelOneTextNode" presStyleLbl="node0" presStyleIdx="0" presStyleCnt="4">
        <dgm:presLayoutVars>
          <dgm:chPref val="3"/>
        </dgm:presLayoutVars>
      </dgm:prSet>
      <dgm:spPr/>
    </dgm:pt>
    <dgm:pt modelId="{19DEB42F-E37D-6640-8BF8-21663A084353}" type="pres">
      <dgm:prSet presAssocID="{33C18918-3819-4629-ACD3-A578ADE74CCF}" presName="level2hierChild" presStyleCnt="0"/>
      <dgm:spPr/>
    </dgm:pt>
    <dgm:pt modelId="{6792E774-7CD9-7342-A941-E48A262BE03F}" type="pres">
      <dgm:prSet presAssocID="{B9B003D2-4BBB-46BA-B1DF-0FF28044D1F5}" presName="conn2-1" presStyleLbl="parChTrans1D2" presStyleIdx="0" presStyleCnt="2"/>
      <dgm:spPr/>
    </dgm:pt>
    <dgm:pt modelId="{DEA5ABD4-4130-6243-9B6F-16B4989609C2}" type="pres">
      <dgm:prSet presAssocID="{B9B003D2-4BBB-46BA-B1DF-0FF28044D1F5}" presName="connTx" presStyleLbl="parChTrans1D2" presStyleIdx="0" presStyleCnt="2"/>
      <dgm:spPr/>
    </dgm:pt>
    <dgm:pt modelId="{F8BA4ACB-0679-4D40-B586-E8D9CFEA483D}" type="pres">
      <dgm:prSet presAssocID="{3681A898-2775-463B-8A9B-DBF0E2A410EE}" presName="root2" presStyleCnt="0"/>
      <dgm:spPr/>
    </dgm:pt>
    <dgm:pt modelId="{497D9003-DFEA-8A47-A734-D10B54DCCCD3}" type="pres">
      <dgm:prSet presAssocID="{3681A898-2775-463B-8A9B-DBF0E2A410EE}" presName="LevelTwoTextNode" presStyleLbl="node2" presStyleIdx="0" presStyleCnt="2">
        <dgm:presLayoutVars>
          <dgm:chPref val="3"/>
        </dgm:presLayoutVars>
      </dgm:prSet>
      <dgm:spPr/>
    </dgm:pt>
    <dgm:pt modelId="{EDE16453-7B0B-4D4E-B1AE-C8E2751FFA90}" type="pres">
      <dgm:prSet presAssocID="{3681A898-2775-463B-8A9B-DBF0E2A410EE}" presName="level3hierChild" presStyleCnt="0"/>
      <dgm:spPr/>
    </dgm:pt>
    <dgm:pt modelId="{A0C69ABB-6254-504E-B814-8E80C2B502E2}" type="pres">
      <dgm:prSet presAssocID="{6FFEDA50-5CB9-493D-B7F7-252ACDDD9168}" presName="conn2-1" presStyleLbl="parChTrans1D2" presStyleIdx="1" presStyleCnt="2"/>
      <dgm:spPr/>
    </dgm:pt>
    <dgm:pt modelId="{018CD4C1-5169-F040-905D-08B6474BF75F}" type="pres">
      <dgm:prSet presAssocID="{6FFEDA50-5CB9-493D-B7F7-252ACDDD9168}" presName="connTx" presStyleLbl="parChTrans1D2" presStyleIdx="1" presStyleCnt="2"/>
      <dgm:spPr/>
    </dgm:pt>
    <dgm:pt modelId="{A1193F31-346A-6942-A549-B90CE0577CF7}" type="pres">
      <dgm:prSet presAssocID="{E4CC7091-F38F-4DA0-9269-6B42AFD94E12}" presName="root2" presStyleCnt="0"/>
      <dgm:spPr/>
    </dgm:pt>
    <dgm:pt modelId="{DA3145BF-2D90-F347-A69E-73E7CF759884}" type="pres">
      <dgm:prSet presAssocID="{E4CC7091-F38F-4DA0-9269-6B42AFD94E12}" presName="LevelTwoTextNode" presStyleLbl="node2" presStyleIdx="1" presStyleCnt="2">
        <dgm:presLayoutVars>
          <dgm:chPref val="3"/>
        </dgm:presLayoutVars>
      </dgm:prSet>
      <dgm:spPr/>
    </dgm:pt>
    <dgm:pt modelId="{07238A2F-0B27-E14E-A7BF-EC713CC7BDFF}" type="pres">
      <dgm:prSet presAssocID="{E4CC7091-F38F-4DA0-9269-6B42AFD94E12}" presName="level3hierChild" presStyleCnt="0"/>
      <dgm:spPr/>
    </dgm:pt>
    <dgm:pt modelId="{EDD9AD4B-6910-904B-8D29-F932B18DDE10}" type="pres">
      <dgm:prSet presAssocID="{7A68F004-15B5-42BC-8D4E-BB7C7A5CF06B}" presName="root1" presStyleCnt="0"/>
      <dgm:spPr/>
    </dgm:pt>
    <dgm:pt modelId="{4FA72647-E61E-564C-ADF7-CDA045EF64E5}" type="pres">
      <dgm:prSet presAssocID="{7A68F004-15B5-42BC-8D4E-BB7C7A5CF06B}" presName="LevelOneTextNode" presStyleLbl="node0" presStyleIdx="1" presStyleCnt="4">
        <dgm:presLayoutVars>
          <dgm:chPref val="3"/>
        </dgm:presLayoutVars>
      </dgm:prSet>
      <dgm:spPr/>
    </dgm:pt>
    <dgm:pt modelId="{77E1F493-6F65-F84C-81BC-F81979957AA0}" type="pres">
      <dgm:prSet presAssocID="{7A68F004-15B5-42BC-8D4E-BB7C7A5CF06B}" presName="level2hierChild" presStyleCnt="0"/>
      <dgm:spPr/>
    </dgm:pt>
    <dgm:pt modelId="{85F06CD4-AE9C-D846-8D75-5771D314C5CE}" type="pres">
      <dgm:prSet presAssocID="{B9F842B0-9097-4B28-945A-33FA8C70CE18}" presName="root1" presStyleCnt="0"/>
      <dgm:spPr/>
    </dgm:pt>
    <dgm:pt modelId="{AB90AEBD-B9AF-754A-A7F2-8A08D430F0C8}" type="pres">
      <dgm:prSet presAssocID="{B9F842B0-9097-4B28-945A-33FA8C70CE18}" presName="LevelOneTextNode" presStyleLbl="node0" presStyleIdx="2" presStyleCnt="4">
        <dgm:presLayoutVars>
          <dgm:chPref val="3"/>
        </dgm:presLayoutVars>
      </dgm:prSet>
      <dgm:spPr/>
    </dgm:pt>
    <dgm:pt modelId="{FA963D5A-40BE-C642-8A97-CF2B8CEDD940}" type="pres">
      <dgm:prSet presAssocID="{B9F842B0-9097-4B28-945A-33FA8C70CE18}" presName="level2hierChild" presStyleCnt="0"/>
      <dgm:spPr/>
    </dgm:pt>
    <dgm:pt modelId="{DF570D78-3FAF-6348-93E6-53D2F418CD99}" type="pres">
      <dgm:prSet presAssocID="{FDE0D730-8206-44EB-B017-1DB38BBDCC9D}" presName="root1" presStyleCnt="0"/>
      <dgm:spPr/>
    </dgm:pt>
    <dgm:pt modelId="{2738949D-3C1C-6640-B8FB-1D78A40D8579}" type="pres">
      <dgm:prSet presAssocID="{FDE0D730-8206-44EB-B017-1DB38BBDCC9D}" presName="LevelOneTextNode" presStyleLbl="node0" presStyleIdx="3" presStyleCnt="4">
        <dgm:presLayoutVars>
          <dgm:chPref val="3"/>
        </dgm:presLayoutVars>
      </dgm:prSet>
      <dgm:spPr/>
    </dgm:pt>
    <dgm:pt modelId="{21E69A7F-986A-0246-B225-F01FAEEB13D0}" type="pres">
      <dgm:prSet presAssocID="{FDE0D730-8206-44EB-B017-1DB38BBDCC9D}" presName="level2hierChild" presStyleCnt="0"/>
      <dgm:spPr/>
    </dgm:pt>
  </dgm:ptLst>
  <dgm:cxnLst>
    <dgm:cxn modelId="{5491D214-A77B-234C-A0A3-BA060393E95E}" type="presOf" srcId="{7A68F004-15B5-42BC-8D4E-BB7C7A5CF06B}" destId="{4FA72647-E61E-564C-ADF7-CDA045EF64E5}" srcOrd="0" destOrd="0" presId="urn:microsoft.com/office/officeart/2005/8/layout/hierarchy2"/>
    <dgm:cxn modelId="{182FB923-6B64-E64E-8267-4B53BD625423}" type="presOf" srcId="{41D58F20-8CF9-4716-B125-15BDB9BC7AFB}" destId="{4EE379DA-4225-3347-9C13-64CCDF591B10}" srcOrd="0" destOrd="0" presId="urn:microsoft.com/office/officeart/2005/8/layout/hierarchy2"/>
    <dgm:cxn modelId="{849F9725-F561-7C47-A093-79772BE9A2AA}" type="presOf" srcId="{3681A898-2775-463B-8A9B-DBF0E2A410EE}" destId="{497D9003-DFEA-8A47-A734-D10B54DCCCD3}" srcOrd="0" destOrd="0" presId="urn:microsoft.com/office/officeart/2005/8/layout/hierarchy2"/>
    <dgm:cxn modelId="{FA6AC02E-9B5C-4DFB-965F-3FF84136028C}" srcId="{33C18918-3819-4629-ACD3-A578ADE74CCF}" destId="{E4CC7091-F38F-4DA0-9269-6B42AFD94E12}" srcOrd="1" destOrd="0" parTransId="{6FFEDA50-5CB9-493D-B7F7-252ACDDD9168}" sibTransId="{6E1300E7-C42A-4582-8F49-533D68BAD21B}"/>
    <dgm:cxn modelId="{DBF7B03F-DBCF-3C4A-97CD-7AB4AD39A508}" type="presOf" srcId="{E4CC7091-F38F-4DA0-9269-6B42AFD94E12}" destId="{DA3145BF-2D90-F347-A69E-73E7CF759884}" srcOrd="0" destOrd="0" presId="urn:microsoft.com/office/officeart/2005/8/layout/hierarchy2"/>
    <dgm:cxn modelId="{A6AB5940-57BE-4F2F-8206-BA01A2DAD45E}" srcId="{41D58F20-8CF9-4716-B125-15BDB9BC7AFB}" destId="{7A68F004-15B5-42BC-8D4E-BB7C7A5CF06B}" srcOrd="1" destOrd="0" parTransId="{5C15F859-2E2A-4CFE-ADF5-569B9F46F7E8}" sibTransId="{312434F0-CC5E-4FBA-82E2-C0E323C157D4}"/>
    <dgm:cxn modelId="{CFB37A89-051E-4E4C-BBFC-E19A577BD816}" type="presOf" srcId="{33C18918-3819-4629-ACD3-A578ADE74CCF}" destId="{B1A912AB-E0D7-F740-BBAD-D8EEBCCBE336}" srcOrd="0" destOrd="0" presId="urn:microsoft.com/office/officeart/2005/8/layout/hierarchy2"/>
    <dgm:cxn modelId="{1587ACB3-889A-BC45-8E55-33621AB273B5}" type="presOf" srcId="{B9B003D2-4BBB-46BA-B1DF-0FF28044D1F5}" destId="{DEA5ABD4-4130-6243-9B6F-16B4989609C2}" srcOrd="1" destOrd="0" presId="urn:microsoft.com/office/officeart/2005/8/layout/hierarchy2"/>
    <dgm:cxn modelId="{09FC78C2-1977-1144-B274-A3543716EA42}" type="presOf" srcId="{B9F842B0-9097-4B28-945A-33FA8C70CE18}" destId="{AB90AEBD-B9AF-754A-A7F2-8A08D430F0C8}" srcOrd="0" destOrd="0" presId="urn:microsoft.com/office/officeart/2005/8/layout/hierarchy2"/>
    <dgm:cxn modelId="{B8FD50C4-C7DF-401D-B1CA-6A198FD11029}" srcId="{41D58F20-8CF9-4716-B125-15BDB9BC7AFB}" destId="{33C18918-3819-4629-ACD3-A578ADE74CCF}" srcOrd="0" destOrd="0" parTransId="{13A78068-1CE5-45DF-830B-39A4D2CCE408}" sibTransId="{15BFB6E5-D67D-4155-B676-48EFF8B79636}"/>
    <dgm:cxn modelId="{78694FC6-AA1A-ED46-9064-B7120C2DA18C}" type="presOf" srcId="{6FFEDA50-5CB9-493D-B7F7-252ACDDD9168}" destId="{A0C69ABB-6254-504E-B814-8E80C2B502E2}" srcOrd="0" destOrd="0" presId="urn:microsoft.com/office/officeart/2005/8/layout/hierarchy2"/>
    <dgm:cxn modelId="{E0BBAEC7-1EC5-1044-B8D0-552F7B0DB93B}" type="presOf" srcId="{6FFEDA50-5CB9-493D-B7F7-252ACDDD9168}" destId="{018CD4C1-5169-F040-905D-08B6474BF75F}" srcOrd="1" destOrd="0" presId="urn:microsoft.com/office/officeart/2005/8/layout/hierarchy2"/>
    <dgm:cxn modelId="{0E7DAAD6-1E96-4777-AD9B-290C94C61F81}" srcId="{33C18918-3819-4629-ACD3-A578ADE74CCF}" destId="{3681A898-2775-463B-8A9B-DBF0E2A410EE}" srcOrd="0" destOrd="0" parTransId="{B9B003D2-4BBB-46BA-B1DF-0FF28044D1F5}" sibTransId="{ADADE194-B552-429D-8A2F-FCD9800CCA55}"/>
    <dgm:cxn modelId="{1A10B7DE-2F2D-431D-83A4-8E14A14CF79D}" srcId="{41D58F20-8CF9-4716-B125-15BDB9BC7AFB}" destId="{B9F842B0-9097-4B28-945A-33FA8C70CE18}" srcOrd="2" destOrd="0" parTransId="{8BB0E913-4943-4BEA-976F-AEA2673BB901}" sibTransId="{26516F4A-9687-452E-8F53-3943D51E811F}"/>
    <dgm:cxn modelId="{5CA664E0-B53A-1C44-AC04-260BDC22D899}" type="presOf" srcId="{B9B003D2-4BBB-46BA-B1DF-0FF28044D1F5}" destId="{6792E774-7CD9-7342-A941-E48A262BE03F}" srcOrd="0" destOrd="0" presId="urn:microsoft.com/office/officeart/2005/8/layout/hierarchy2"/>
    <dgm:cxn modelId="{F4875BE2-7B69-43A6-BF4B-BC4AA41B3CF6}" srcId="{41D58F20-8CF9-4716-B125-15BDB9BC7AFB}" destId="{FDE0D730-8206-44EB-B017-1DB38BBDCC9D}" srcOrd="3" destOrd="0" parTransId="{8E43951E-84B7-40FF-95F9-CA1CC7F19633}" sibTransId="{833E5AB2-BDE3-4841-AB82-BF4F237E1CFB}"/>
    <dgm:cxn modelId="{F76DD3E3-FB98-DE42-B935-F6AA503FAF51}" type="presOf" srcId="{FDE0D730-8206-44EB-B017-1DB38BBDCC9D}" destId="{2738949D-3C1C-6640-B8FB-1D78A40D8579}" srcOrd="0" destOrd="0" presId="urn:microsoft.com/office/officeart/2005/8/layout/hierarchy2"/>
    <dgm:cxn modelId="{5ABB6A75-A59E-5E4F-9566-ADDC4D0465D1}" type="presParOf" srcId="{4EE379DA-4225-3347-9C13-64CCDF591B10}" destId="{06AAE1EF-1366-7441-87AA-30D62BD679F1}" srcOrd="0" destOrd="0" presId="urn:microsoft.com/office/officeart/2005/8/layout/hierarchy2"/>
    <dgm:cxn modelId="{2789EBB2-E758-184E-A25E-C0EAEFC995A7}" type="presParOf" srcId="{06AAE1EF-1366-7441-87AA-30D62BD679F1}" destId="{B1A912AB-E0D7-F740-BBAD-D8EEBCCBE336}" srcOrd="0" destOrd="0" presId="urn:microsoft.com/office/officeart/2005/8/layout/hierarchy2"/>
    <dgm:cxn modelId="{C00A1D1A-0043-394B-97D7-8E880CEE44B6}" type="presParOf" srcId="{06AAE1EF-1366-7441-87AA-30D62BD679F1}" destId="{19DEB42F-E37D-6640-8BF8-21663A084353}" srcOrd="1" destOrd="0" presId="urn:microsoft.com/office/officeart/2005/8/layout/hierarchy2"/>
    <dgm:cxn modelId="{AA27EBF3-73B4-AB43-95DC-4138E61D3931}" type="presParOf" srcId="{19DEB42F-E37D-6640-8BF8-21663A084353}" destId="{6792E774-7CD9-7342-A941-E48A262BE03F}" srcOrd="0" destOrd="0" presId="urn:microsoft.com/office/officeart/2005/8/layout/hierarchy2"/>
    <dgm:cxn modelId="{DFFC845B-DBC1-BD47-BB85-56654B629BC0}" type="presParOf" srcId="{6792E774-7CD9-7342-A941-E48A262BE03F}" destId="{DEA5ABD4-4130-6243-9B6F-16B4989609C2}" srcOrd="0" destOrd="0" presId="urn:microsoft.com/office/officeart/2005/8/layout/hierarchy2"/>
    <dgm:cxn modelId="{AB191C18-732D-9E4A-80DF-95BF66EB8FF1}" type="presParOf" srcId="{19DEB42F-E37D-6640-8BF8-21663A084353}" destId="{F8BA4ACB-0679-4D40-B586-E8D9CFEA483D}" srcOrd="1" destOrd="0" presId="urn:microsoft.com/office/officeart/2005/8/layout/hierarchy2"/>
    <dgm:cxn modelId="{88BA9C56-9CDD-0B4D-BA2D-47E72B5153C7}" type="presParOf" srcId="{F8BA4ACB-0679-4D40-B586-E8D9CFEA483D}" destId="{497D9003-DFEA-8A47-A734-D10B54DCCCD3}" srcOrd="0" destOrd="0" presId="urn:microsoft.com/office/officeart/2005/8/layout/hierarchy2"/>
    <dgm:cxn modelId="{46EC7A96-CCEE-674B-B3AA-68861B22B700}" type="presParOf" srcId="{F8BA4ACB-0679-4D40-B586-E8D9CFEA483D}" destId="{EDE16453-7B0B-4D4E-B1AE-C8E2751FFA90}" srcOrd="1" destOrd="0" presId="urn:microsoft.com/office/officeart/2005/8/layout/hierarchy2"/>
    <dgm:cxn modelId="{BB1D3D40-8342-5842-9180-D498651407E4}" type="presParOf" srcId="{19DEB42F-E37D-6640-8BF8-21663A084353}" destId="{A0C69ABB-6254-504E-B814-8E80C2B502E2}" srcOrd="2" destOrd="0" presId="urn:microsoft.com/office/officeart/2005/8/layout/hierarchy2"/>
    <dgm:cxn modelId="{6A6F91EB-B67B-1F4E-916B-CD2332CF2256}" type="presParOf" srcId="{A0C69ABB-6254-504E-B814-8E80C2B502E2}" destId="{018CD4C1-5169-F040-905D-08B6474BF75F}" srcOrd="0" destOrd="0" presId="urn:microsoft.com/office/officeart/2005/8/layout/hierarchy2"/>
    <dgm:cxn modelId="{D708D2FD-62A8-AF4D-A7F5-CF7B460A813E}" type="presParOf" srcId="{19DEB42F-E37D-6640-8BF8-21663A084353}" destId="{A1193F31-346A-6942-A549-B90CE0577CF7}" srcOrd="3" destOrd="0" presId="urn:microsoft.com/office/officeart/2005/8/layout/hierarchy2"/>
    <dgm:cxn modelId="{CF11A0DB-3BBB-2946-B471-B3DD8B6AFAE8}" type="presParOf" srcId="{A1193F31-346A-6942-A549-B90CE0577CF7}" destId="{DA3145BF-2D90-F347-A69E-73E7CF759884}" srcOrd="0" destOrd="0" presId="urn:microsoft.com/office/officeart/2005/8/layout/hierarchy2"/>
    <dgm:cxn modelId="{B126BE66-F28B-5947-BEB3-8217DABD8173}" type="presParOf" srcId="{A1193F31-346A-6942-A549-B90CE0577CF7}" destId="{07238A2F-0B27-E14E-A7BF-EC713CC7BDFF}" srcOrd="1" destOrd="0" presId="urn:microsoft.com/office/officeart/2005/8/layout/hierarchy2"/>
    <dgm:cxn modelId="{A10D22BC-AA96-4042-885C-F7D37BE3BE2D}" type="presParOf" srcId="{4EE379DA-4225-3347-9C13-64CCDF591B10}" destId="{EDD9AD4B-6910-904B-8D29-F932B18DDE10}" srcOrd="1" destOrd="0" presId="urn:microsoft.com/office/officeart/2005/8/layout/hierarchy2"/>
    <dgm:cxn modelId="{608ED0BC-8BDC-8346-BC14-D74046BD1C29}" type="presParOf" srcId="{EDD9AD4B-6910-904B-8D29-F932B18DDE10}" destId="{4FA72647-E61E-564C-ADF7-CDA045EF64E5}" srcOrd="0" destOrd="0" presId="urn:microsoft.com/office/officeart/2005/8/layout/hierarchy2"/>
    <dgm:cxn modelId="{74F5A7C3-1FB1-F349-B176-B527A50F492D}" type="presParOf" srcId="{EDD9AD4B-6910-904B-8D29-F932B18DDE10}" destId="{77E1F493-6F65-F84C-81BC-F81979957AA0}" srcOrd="1" destOrd="0" presId="urn:microsoft.com/office/officeart/2005/8/layout/hierarchy2"/>
    <dgm:cxn modelId="{93BBFE26-055A-134F-877D-3C9E54181F03}" type="presParOf" srcId="{4EE379DA-4225-3347-9C13-64CCDF591B10}" destId="{85F06CD4-AE9C-D846-8D75-5771D314C5CE}" srcOrd="2" destOrd="0" presId="urn:microsoft.com/office/officeart/2005/8/layout/hierarchy2"/>
    <dgm:cxn modelId="{48004729-BC44-F84D-8CD1-F0004B4AD3D9}" type="presParOf" srcId="{85F06CD4-AE9C-D846-8D75-5771D314C5CE}" destId="{AB90AEBD-B9AF-754A-A7F2-8A08D430F0C8}" srcOrd="0" destOrd="0" presId="urn:microsoft.com/office/officeart/2005/8/layout/hierarchy2"/>
    <dgm:cxn modelId="{E9898A0C-3DE7-5B46-90DC-85B2748DC80B}" type="presParOf" srcId="{85F06CD4-AE9C-D846-8D75-5771D314C5CE}" destId="{FA963D5A-40BE-C642-8A97-CF2B8CEDD940}" srcOrd="1" destOrd="0" presId="urn:microsoft.com/office/officeart/2005/8/layout/hierarchy2"/>
    <dgm:cxn modelId="{5B903847-C5C0-844E-8B7C-238E0BA6A633}" type="presParOf" srcId="{4EE379DA-4225-3347-9C13-64CCDF591B10}" destId="{DF570D78-3FAF-6348-93E6-53D2F418CD99}" srcOrd="3" destOrd="0" presId="urn:microsoft.com/office/officeart/2005/8/layout/hierarchy2"/>
    <dgm:cxn modelId="{CAD7DB50-E16A-0A45-9732-02ABBE97B2BF}" type="presParOf" srcId="{DF570D78-3FAF-6348-93E6-53D2F418CD99}" destId="{2738949D-3C1C-6640-B8FB-1D78A40D8579}" srcOrd="0" destOrd="0" presId="urn:microsoft.com/office/officeart/2005/8/layout/hierarchy2"/>
    <dgm:cxn modelId="{88DF7C83-0340-4147-8C81-A9616A988CD4}" type="presParOf" srcId="{DF570D78-3FAF-6348-93E6-53D2F418CD99}" destId="{21E69A7F-986A-0246-B225-F01FAEEB13D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A8FC0335-188E-428D-8EB0-780C6B7CB489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CA28EBA-0FE8-403A-AF42-A62FF962F27C}">
      <dgm:prSet/>
      <dgm:spPr/>
      <dgm:t>
        <a:bodyPr/>
        <a:lstStyle/>
        <a:p>
          <a:r>
            <a:rPr lang="en-US"/>
            <a:t>From a secondary obstruction</a:t>
          </a:r>
        </a:p>
      </dgm:t>
    </dgm:pt>
    <dgm:pt modelId="{6CC1F384-B919-4D7F-88F8-70C2CD22797D}" type="parTrans" cxnId="{7AFF26FC-2851-42FB-86A0-996E26B7BC9A}">
      <dgm:prSet/>
      <dgm:spPr/>
      <dgm:t>
        <a:bodyPr/>
        <a:lstStyle/>
        <a:p>
          <a:endParaRPr lang="en-US"/>
        </a:p>
      </dgm:t>
    </dgm:pt>
    <dgm:pt modelId="{69209CEC-5158-4137-A4D1-B8340E46AB97}" type="sibTrans" cxnId="{7AFF26FC-2851-42FB-86A0-996E26B7BC9A}">
      <dgm:prSet/>
      <dgm:spPr/>
      <dgm:t>
        <a:bodyPr/>
        <a:lstStyle/>
        <a:p>
          <a:endParaRPr lang="en-US"/>
        </a:p>
      </dgm:t>
    </dgm:pt>
    <dgm:pt modelId="{3AC5F812-0962-40A0-AAF2-1B98F25EE660}">
      <dgm:prSet/>
      <dgm:spPr/>
      <dgm:t>
        <a:bodyPr/>
        <a:lstStyle/>
        <a:p>
          <a:r>
            <a:rPr lang="en-US"/>
            <a:t>Tumor causing extrinsic compression</a:t>
          </a:r>
        </a:p>
      </dgm:t>
    </dgm:pt>
    <dgm:pt modelId="{4AD24E57-C46C-47E6-B8A4-36D2AF40DCFA}" type="parTrans" cxnId="{CE0F0502-5EEF-45E5-8D9B-5257A02C7390}">
      <dgm:prSet/>
      <dgm:spPr/>
      <dgm:t>
        <a:bodyPr/>
        <a:lstStyle/>
        <a:p>
          <a:endParaRPr lang="en-US"/>
        </a:p>
      </dgm:t>
    </dgm:pt>
    <dgm:pt modelId="{1DFC3427-E334-42D2-B6A4-B23B1D13B705}" type="sibTrans" cxnId="{CE0F0502-5EEF-45E5-8D9B-5257A02C7390}">
      <dgm:prSet/>
      <dgm:spPr/>
      <dgm:t>
        <a:bodyPr/>
        <a:lstStyle/>
        <a:p>
          <a:endParaRPr lang="en-US"/>
        </a:p>
      </dgm:t>
    </dgm:pt>
    <dgm:pt modelId="{EB9AC584-D358-471C-98D2-07195D802FB4}">
      <dgm:prSet/>
      <dgm:spPr/>
      <dgm:t>
        <a:bodyPr/>
        <a:lstStyle/>
        <a:p>
          <a:r>
            <a:rPr lang="en-US"/>
            <a:t>Esophageal or gastric malignancy</a:t>
          </a:r>
        </a:p>
      </dgm:t>
    </dgm:pt>
    <dgm:pt modelId="{81860B98-031A-4F74-A9BB-9ECAD7020820}" type="parTrans" cxnId="{E88FE79F-90BB-4558-9DE8-5F57EB0C4BF5}">
      <dgm:prSet/>
      <dgm:spPr/>
      <dgm:t>
        <a:bodyPr/>
        <a:lstStyle/>
        <a:p>
          <a:endParaRPr lang="en-US"/>
        </a:p>
      </dgm:t>
    </dgm:pt>
    <dgm:pt modelId="{6BFEB265-19F3-476A-8FC8-5ABA1CD24003}" type="sibTrans" cxnId="{E88FE79F-90BB-4558-9DE8-5F57EB0C4BF5}">
      <dgm:prSet/>
      <dgm:spPr/>
      <dgm:t>
        <a:bodyPr/>
        <a:lstStyle/>
        <a:p>
          <a:endParaRPr lang="en-US"/>
        </a:p>
      </dgm:t>
    </dgm:pt>
    <dgm:pt modelId="{7110BA68-02C9-485D-902A-947A4E9E240D}">
      <dgm:prSet/>
      <dgm:spPr/>
      <dgm:t>
        <a:bodyPr/>
        <a:lstStyle/>
        <a:p>
          <a:r>
            <a:rPr lang="en-US"/>
            <a:t>Neurologic injury </a:t>
          </a:r>
        </a:p>
      </dgm:t>
    </dgm:pt>
    <dgm:pt modelId="{EB2C8F82-FC79-401E-AB65-376EC3861DE3}" type="parTrans" cxnId="{F648015A-C743-4D29-8F43-FF2EF94585D2}">
      <dgm:prSet/>
      <dgm:spPr/>
      <dgm:t>
        <a:bodyPr/>
        <a:lstStyle/>
        <a:p>
          <a:endParaRPr lang="en-US"/>
        </a:p>
      </dgm:t>
    </dgm:pt>
    <dgm:pt modelId="{99727E48-593A-4D27-935B-20559CAF4751}" type="sibTrans" cxnId="{F648015A-C743-4D29-8F43-FF2EF94585D2}">
      <dgm:prSet/>
      <dgm:spPr/>
      <dgm:t>
        <a:bodyPr/>
        <a:lstStyle/>
        <a:p>
          <a:endParaRPr lang="en-US"/>
        </a:p>
      </dgm:t>
    </dgm:pt>
    <dgm:pt modelId="{9346FE7B-C931-456A-913E-E109B4118DA5}">
      <dgm:prSet/>
      <dgm:spPr/>
      <dgm:t>
        <a:bodyPr/>
        <a:lstStyle/>
        <a:p>
          <a:r>
            <a:rPr lang="en-US"/>
            <a:t>Sx:</a:t>
          </a:r>
        </a:p>
      </dgm:t>
    </dgm:pt>
    <dgm:pt modelId="{E80CA3D8-5046-44DA-9904-69B3C887C40D}" type="parTrans" cxnId="{6036331E-8A73-48D7-9BA8-FBEA4CFAD12F}">
      <dgm:prSet/>
      <dgm:spPr/>
      <dgm:t>
        <a:bodyPr/>
        <a:lstStyle/>
        <a:p>
          <a:endParaRPr lang="en-US"/>
        </a:p>
      </dgm:t>
    </dgm:pt>
    <dgm:pt modelId="{CF66A846-447A-47BB-B388-A16C3FE26536}" type="sibTrans" cxnId="{6036331E-8A73-48D7-9BA8-FBEA4CFAD12F}">
      <dgm:prSet/>
      <dgm:spPr/>
      <dgm:t>
        <a:bodyPr/>
        <a:lstStyle/>
        <a:p>
          <a:endParaRPr lang="en-US"/>
        </a:p>
      </dgm:t>
    </dgm:pt>
    <dgm:pt modelId="{36EC8BE2-9F23-428C-8F47-D243A0B4917C}">
      <dgm:prSet/>
      <dgm:spPr/>
      <dgm:t>
        <a:bodyPr/>
        <a:lstStyle/>
        <a:p>
          <a:r>
            <a:rPr lang="en-US"/>
            <a:t>Rapid sx progression</a:t>
          </a:r>
        </a:p>
      </dgm:t>
    </dgm:pt>
    <dgm:pt modelId="{C0E46D3B-AD20-4D6A-9D3F-9B2AF0A99AAF}" type="parTrans" cxnId="{EA57537B-6E24-4BBD-84C2-22440ED95103}">
      <dgm:prSet/>
      <dgm:spPr/>
      <dgm:t>
        <a:bodyPr/>
        <a:lstStyle/>
        <a:p>
          <a:endParaRPr lang="en-US"/>
        </a:p>
      </dgm:t>
    </dgm:pt>
    <dgm:pt modelId="{9C234F31-2204-4FD9-B896-204127BC056D}" type="sibTrans" cxnId="{EA57537B-6E24-4BBD-84C2-22440ED95103}">
      <dgm:prSet/>
      <dgm:spPr/>
      <dgm:t>
        <a:bodyPr/>
        <a:lstStyle/>
        <a:p>
          <a:endParaRPr lang="en-US"/>
        </a:p>
      </dgm:t>
    </dgm:pt>
    <dgm:pt modelId="{DB461366-C702-4D41-9BA4-BD1BCBBEEC91}">
      <dgm:prSet/>
      <dgm:spPr/>
      <dgm:t>
        <a:bodyPr/>
        <a:lstStyle/>
        <a:p>
          <a:r>
            <a:rPr lang="en-US"/>
            <a:t>Marked weight loss</a:t>
          </a:r>
        </a:p>
      </dgm:t>
    </dgm:pt>
    <dgm:pt modelId="{33BED8C7-D6B2-4744-BD0C-6F75B61E4C2F}" type="parTrans" cxnId="{6ED41E66-31F8-4B54-BF23-068D72B5F7A2}">
      <dgm:prSet/>
      <dgm:spPr/>
      <dgm:t>
        <a:bodyPr/>
        <a:lstStyle/>
        <a:p>
          <a:endParaRPr lang="en-US"/>
        </a:p>
      </dgm:t>
    </dgm:pt>
    <dgm:pt modelId="{A313ABBF-62C2-439B-9452-486DAFED88EE}" type="sibTrans" cxnId="{6ED41E66-31F8-4B54-BF23-068D72B5F7A2}">
      <dgm:prSet/>
      <dgm:spPr/>
      <dgm:t>
        <a:bodyPr/>
        <a:lstStyle/>
        <a:p>
          <a:endParaRPr lang="en-US"/>
        </a:p>
      </dgm:t>
    </dgm:pt>
    <dgm:pt modelId="{71C72C33-24AE-46DA-9196-9DE7A016FFE3}">
      <dgm:prSet/>
      <dgm:spPr/>
      <dgm:t>
        <a:bodyPr/>
        <a:lstStyle/>
        <a:p>
          <a:r>
            <a:rPr lang="en-US"/>
            <a:t>Older age</a:t>
          </a:r>
        </a:p>
      </dgm:t>
    </dgm:pt>
    <dgm:pt modelId="{ED6D2FA4-9BFE-4BEF-BB98-27F75DABDD4B}" type="parTrans" cxnId="{5EC16ABE-7A62-4CA3-9EE5-F01630789478}">
      <dgm:prSet/>
      <dgm:spPr/>
      <dgm:t>
        <a:bodyPr/>
        <a:lstStyle/>
        <a:p>
          <a:endParaRPr lang="en-US"/>
        </a:p>
      </dgm:t>
    </dgm:pt>
    <dgm:pt modelId="{F0F9F1CD-A358-4BC1-95D6-FFECF6D4416B}" type="sibTrans" cxnId="{5EC16ABE-7A62-4CA3-9EE5-F01630789478}">
      <dgm:prSet/>
      <dgm:spPr/>
      <dgm:t>
        <a:bodyPr/>
        <a:lstStyle/>
        <a:p>
          <a:endParaRPr lang="en-US"/>
        </a:p>
      </dgm:t>
    </dgm:pt>
    <dgm:pt modelId="{92BB27E1-4CD8-ED4F-B1E6-E0B167934ED3}" type="pres">
      <dgm:prSet presAssocID="{A8FC0335-188E-428D-8EB0-780C6B7CB489}" presName="Name0" presStyleCnt="0">
        <dgm:presLayoutVars>
          <dgm:dir/>
          <dgm:animLvl val="lvl"/>
          <dgm:resizeHandles val="exact"/>
        </dgm:presLayoutVars>
      </dgm:prSet>
      <dgm:spPr/>
    </dgm:pt>
    <dgm:pt modelId="{5216ADF4-B26A-4246-AB4A-21C6C235CD6D}" type="pres">
      <dgm:prSet presAssocID="{7CA28EBA-0FE8-403A-AF42-A62FF962F27C}" presName="composite" presStyleCnt="0"/>
      <dgm:spPr/>
    </dgm:pt>
    <dgm:pt modelId="{7ACA8418-5288-0B4A-9D9A-761236DF6642}" type="pres">
      <dgm:prSet presAssocID="{7CA28EBA-0FE8-403A-AF42-A62FF962F27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A5B7B15E-AC22-8D41-B8AF-28205DF592C3}" type="pres">
      <dgm:prSet presAssocID="{7CA28EBA-0FE8-403A-AF42-A62FF962F27C}" presName="desTx" presStyleLbl="alignAccFollowNode1" presStyleIdx="0" presStyleCnt="2">
        <dgm:presLayoutVars>
          <dgm:bulletEnabled val="1"/>
        </dgm:presLayoutVars>
      </dgm:prSet>
      <dgm:spPr/>
    </dgm:pt>
    <dgm:pt modelId="{35C32184-EBF5-E849-BE30-D82593D60D89}" type="pres">
      <dgm:prSet presAssocID="{69209CEC-5158-4137-A4D1-B8340E46AB97}" presName="space" presStyleCnt="0"/>
      <dgm:spPr/>
    </dgm:pt>
    <dgm:pt modelId="{4F41AA99-1BD6-AE41-9C72-526883DAEBEC}" type="pres">
      <dgm:prSet presAssocID="{9346FE7B-C931-456A-913E-E109B4118DA5}" presName="composite" presStyleCnt="0"/>
      <dgm:spPr/>
    </dgm:pt>
    <dgm:pt modelId="{661930C3-CD47-EE45-9844-D023AED48D99}" type="pres">
      <dgm:prSet presAssocID="{9346FE7B-C931-456A-913E-E109B4118DA5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059B15A9-6D72-E74F-8F41-4AE42951702A}" type="pres">
      <dgm:prSet presAssocID="{9346FE7B-C931-456A-913E-E109B4118DA5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CE0F0502-5EEF-45E5-8D9B-5257A02C7390}" srcId="{7CA28EBA-0FE8-403A-AF42-A62FF962F27C}" destId="{3AC5F812-0962-40A0-AAF2-1B98F25EE660}" srcOrd="0" destOrd="0" parTransId="{4AD24E57-C46C-47E6-B8A4-36D2AF40DCFA}" sibTransId="{1DFC3427-E334-42D2-B6A4-B23B1D13B705}"/>
    <dgm:cxn modelId="{9F774318-C013-1947-BB3D-018C58E4A774}" type="presOf" srcId="{9346FE7B-C931-456A-913E-E109B4118DA5}" destId="{661930C3-CD47-EE45-9844-D023AED48D99}" srcOrd="0" destOrd="0" presId="urn:microsoft.com/office/officeart/2005/8/layout/hList1"/>
    <dgm:cxn modelId="{6036331E-8A73-48D7-9BA8-FBEA4CFAD12F}" srcId="{A8FC0335-188E-428D-8EB0-780C6B7CB489}" destId="{9346FE7B-C931-456A-913E-E109B4118DA5}" srcOrd="1" destOrd="0" parTransId="{E80CA3D8-5046-44DA-9904-69B3C887C40D}" sibTransId="{CF66A846-447A-47BB-B388-A16C3FE26536}"/>
    <dgm:cxn modelId="{7FA6E930-32B8-0142-B3D5-DA6DB01EE2B8}" type="presOf" srcId="{A8FC0335-188E-428D-8EB0-780C6B7CB489}" destId="{92BB27E1-4CD8-ED4F-B1E6-E0B167934ED3}" srcOrd="0" destOrd="0" presId="urn:microsoft.com/office/officeart/2005/8/layout/hList1"/>
    <dgm:cxn modelId="{9538053D-3F52-8D40-A641-7F7E10BB7585}" type="presOf" srcId="{7110BA68-02C9-485D-902A-947A4E9E240D}" destId="{A5B7B15E-AC22-8D41-B8AF-28205DF592C3}" srcOrd="0" destOrd="2" presId="urn:microsoft.com/office/officeart/2005/8/layout/hList1"/>
    <dgm:cxn modelId="{6ED41E66-31F8-4B54-BF23-068D72B5F7A2}" srcId="{9346FE7B-C931-456A-913E-E109B4118DA5}" destId="{DB461366-C702-4D41-9BA4-BD1BCBBEEC91}" srcOrd="1" destOrd="0" parTransId="{33BED8C7-D6B2-4744-BD0C-6F75B61E4C2F}" sibTransId="{A313ABBF-62C2-439B-9452-486DAFED88EE}"/>
    <dgm:cxn modelId="{05809F50-18C4-BE4D-BA69-6B140350A353}" type="presOf" srcId="{36EC8BE2-9F23-428C-8F47-D243A0B4917C}" destId="{059B15A9-6D72-E74F-8F41-4AE42951702A}" srcOrd="0" destOrd="0" presId="urn:microsoft.com/office/officeart/2005/8/layout/hList1"/>
    <dgm:cxn modelId="{F648015A-C743-4D29-8F43-FF2EF94585D2}" srcId="{7CA28EBA-0FE8-403A-AF42-A62FF962F27C}" destId="{7110BA68-02C9-485D-902A-947A4E9E240D}" srcOrd="2" destOrd="0" parTransId="{EB2C8F82-FC79-401E-AB65-376EC3861DE3}" sibTransId="{99727E48-593A-4D27-935B-20559CAF4751}"/>
    <dgm:cxn modelId="{EA57537B-6E24-4BBD-84C2-22440ED95103}" srcId="{9346FE7B-C931-456A-913E-E109B4118DA5}" destId="{36EC8BE2-9F23-428C-8F47-D243A0B4917C}" srcOrd="0" destOrd="0" parTransId="{C0E46D3B-AD20-4D6A-9D3F-9B2AF0A99AAF}" sibTransId="{9C234F31-2204-4FD9-B896-204127BC056D}"/>
    <dgm:cxn modelId="{29627395-3CD1-434E-8A44-7AC64F3E5D3A}" type="presOf" srcId="{71C72C33-24AE-46DA-9196-9DE7A016FFE3}" destId="{059B15A9-6D72-E74F-8F41-4AE42951702A}" srcOrd="0" destOrd="2" presId="urn:microsoft.com/office/officeart/2005/8/layout/hList1"/>
    <dgm:cxn modelId="{E88FE79F-90BB-4558-9DE8-5F57EB0C4BF5}" srcId="{7CA28EBA-0FE8-403A-AF42-A62FF962F27C}" destId="{EB9AC584-D358-471C-98D2-07195D802FB4}" srcOrd="1" destOrd="0" parTransId="{81860B98-031A-4F74-A9BB-9ECAD7020820}" sibTransId="{6BFEB265-19F3-476A-8FC8-5ABA1CD24003}"/>
    <dgm:cxn modelId="{5EC16ABE-7A62-4CA3-9EE5-F01630789478}" srcId="{9346FE7B-C931-456A-913E-E109B4118DA5}" destId="{71C72C33-24AE-46DA-9196-9DE7A016FFE3}" srcOrd="2" destOrd="0" parTransId="{ED6D2FA4-9BFE-4BEF-BB98-27F75DABDD4B}" sibTransId="{F0F9F1CD-A358-4BC1-95D6-FFECF6D4416B}"/>
    <dgm:cxn modelId="{4C3310C3-D28E-4A47-9C8A-7031CB5D700B}" type="presOf" srcId="{DB461366-C702-4D41-9BA4-BD1BCBBEEC91}" destId="{059B15A9-6D72-E74F-8F41-4AE42951702A}" srcOrd="0" destOrd="1" presId="urn:microsoft.com/office/officeart/2005/8/layout/hList1"/>
    <dgm:cxn modelId="{D9C10FC6-75C9-394E-A977-D4DE1B677BD4}" type="presOf" srcId="{3AC5F812-0962-40A0-AAF2-1B98F25EE660}" destId="{A5B7B15E-AC22-8D41-B8AF-28205DF592C3}" srcOrd="0" destOrd="0" presId="urn:microsoft.com/office/officeart/2005/8/layout/hList1"/>
    <dgm:cxn modelId="{9D70E5CF-D598-DF49-9CDD-16189F5DE1FB}" type="presOf" srcId="{7CA28EBA-0FE8-403A-AF42-A62FF962F27C}" destId="{7ACA8418-5288-0B4A-9D9A-761236DF6642}" srcOrd="0" destOrd="0" presId="urn:microsoft.com/office/officeart/2005/8/layout/hList1"/>
    <dgm:cxn modelId="{3D6315F0-4790-A340-AB81-AD63FD695E08}" type="presOf" srcId="{EB9AC584-D358-471C-98D2-07195D802FB4}" destId="{A5B7B15E-AC22-8D41-B8AF-28205DF592C3}" srcOrd="0" destOrd="1" presId="urn:microsoft.com/office/officeart/2005/8/layout/hList1"/>
    <dgm:cxn modelId="{7AFF26FC-2851-42FB-86A0-996E26B7BC9A}" srcId="{A8FC0335-188E-428D-8EB0-780C6B7CB489}" destId="{7CA28EBA-0FE8-403A-AF42-A62FF962F27C}" srcOrd="0" destOrd="0" parTransId="{6CC1F384-B919-4D7F-88F8-70C2CD22797D}" sibTransId="{69209CEC-5158-4137-A4D1-B8340E46AB97}"/>
    <dgm:cxn modelId="{ED1F3C67-9324-644D-A0AB-41180812E5CC}" type="presParOf" srcId="{92BB27E1-4CD8-ED4F-B1E6-E0B167934ED3}" destId="{5216ADF4-B26A-4246-AB4A-21C6C235CD6D}" srcOrd="0" destOrd="0" presId="urn:microsoft.com/office/officeart/2005/8/layout/hList1"/>
    <dgm:cxn modelId="{69315EFD-5759-904B-A0AD-C2E97A3DAB52}" type="presParOf" srcId="{5216ADF4-B26A-4246-AB4A-21C6C235CD6D}" destId="{7ACA8418-5288-0B4A-9D9A-761236DF6642}" srcOrd="0" destOrd="0" presId="urn:microsoft.com/office/officeart/2005/8/layout/hList1"/>
    <dgm:cxn modelId="{B64F7B9E-5BC3-C941-A441-65423990E1A1}" type="presParOf" srcId="{5216ADF4-B26A-4246-AB4A-21C6C235CD6D}" destId="{A5B7B15E-AC22-8D41-B8AF-28205DF592C3}" srcOrd="1" destOrd="0" presId="urn:microsoft.com/office/officeart/2005/8/layout/hList1"/>
    <dgm:cxn modelId="{92F3E318-15C6-D646-B46E-2812A18C9618}" type="presParOf" srcId="{92BB27E1-4CD8-ED4F-B1E6-E0B167934ED3}" destId="{35C32184-EBF5-E849-BE30-D82593D60D89}" srcOrd="1" destOrd="0" presId="urn:microsoft.com/office/officeart/2005/8/layout/hList1"/>
    <dgm:cxn modelId="{592336D1-05BC-0540-A01F-6E4EEE975A32}" type="presParOf" srcId="{92BB27E1-4CD8-ED4F-B1E6-E0B167934ED3}" destId="{4F41AA99-1BD6-AE41-9C72-526883DAEBEC}" srcOrd="2" destOrd="0" presId="urn:microsoft.com/office/officeart/2005/8/layout/hList1"/>
    <dgm:cxn modelId="{D3272C25-BBAA-ED40-A3C9-DBE541CAB819}" type="presParOf" srcId="{4F41AA99-1BD6-AE41-9C72-526883DAEBEC}" destId="{661930C3-CD47-EE45-9844-D023AED48D99}" srcOrd="0" destOrd="0" presId="urn:microsoft.com/office/officeart/2005/8/layout/hList1"/>
    <dgm:cxn modelId="{529481E1-1CA9-0445-B46F-8B4AB6BE279F}" type="presParOf" srcId="{4F41AA99-1BD6-AE41-9C72-526883DAEBEC}" destId="{059B15A9-6D72-E74F-8F41-4AE42951702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9881F71A-6443-4524-A0D8-8CA57D84A035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199A106-1AA4-4021-A4D2-4027E8D2B1C8}">
      <dgm:prSet/>
      <dgm:spPr/>
      <dgm:t>
        <a:bodyPr/>
        <a:lstStyle/>
        <a:p>
          <a:r>
            <a:rPr lang="en-US"/>
            <a:t>Peptic Ulcer Disease</a:t>
          </a:r>
        </a:p>
      </dgm:t>
    </dgm:pt>
    <dgm:pt modelId="{48E4E538-B397-41B9-9172-4A4D003DDEA5}" type="parTrans" cxnId="{67990FD4-B9C9-4596-AF60-F4AE9CA6F1E9}">
      <dgm:prSet/>
      <dgm:spPr/>
      <dgm:t>
        <a:bodyPr/>
        <a:lstStyle/>
        <a:p>
          <a:endParaRPr lang="en-US"/>
        </a:p>
      </dgm:t>
    </dgm:pt>
    <dgm:pt modelId="{0D7AF2A5-487A-455F-A009-DC36C4091EF3}" type="sibTrans" cxnId="{67990FD4-B9C9-4596-AF60-F4AE9CA6F1E9}">
      <dgm:prSet/>
      <dgm:spPr/>
      <dgm:t>
        <a:bodyPr/>
        <a:lstStyle/>
        <a:p>
          <a:endParaRPr lang="en-US"/>
        </a:p>
      </dgm:t>
    </dgm:pt>
    <dgm:pt modelId="{49831E64-1163-442F-8133-07CE8F8E9F35}">
      <dgm:prSet/>
      <dgm:spPr/>
      <dgm:t>
        <a:bodyPr/>
        <a:lstStyle/>
        <a:p>
          <a:r>
            <a:rPr lang="en-US"/>
            <a:t>Esophagitis</a:t>
          </a:r>
        </a:p>
      </dgm:t>
    </dgm:pt>
    <dgm:pt modelId="{3BFD92AC-A038-43E8-84B8-324CDF1640C7}" type="parTrans" cxnId="{8B1C5A41-0D67-48E3-AFE2-D87848B1A38E}">
      <dgm:prSet/>
      <dgm:spPr/>
      <dgm:t>
        <a:bodyPr/>
        <a:lstStyle/>
        <a:p>
          <a:endParaRPr lang="en-US"/>
        </a:p>
      </dgm:t>
    </dgm:pt>
    <dgm:pt modelId="{67F1A6E7-6DE1-4B5A-BD8E-2402477B0DDF}" type="sibTrans" cxnId="{8B1C5A41-0D67-48E3-AFE2-D87848B1A38E}">
      <dgm:prSet/>
      <dgm:spPr/>
      <dgm:t>
        <a:bodyPr/>
        <a:lstStyle/>
        <a:p>
          <a:endParaRPr lang="en-US"/>
        </a:p>
      </dgm:t>
    </dgm:pt>
    <dgm:pt modelId="{3A4C363A-535E-4E50-8ABE-4E6D0F6AAB41}">
      <dgm:prSet/>
      <dgm:spPr/>
      <dgm:t>
        <a:bodyPr/>
        <a:lstStyle/>
        <a:p>
          <a:r>
            <a:rPr lang="en-US"/>
            <a:t>Esophageal Ulcer</a:t>
          </a:r>
        </a:p>
      </dgm:t>
    </dgm:pt>
    <dgm:pt modelId="{5B56FE20-BB33-42B1-BEEC-01F7A5034025}" type="parTrans" cxnId="{EBF7C3B1-BC3E-42F0-B9E8-ECE23A417254}">
      <dgm:prSet/>
      <dgm:spPr/>
      <dgm:t>
        <a:bodyPr/>
        <a:lstStyle/>
        <a:p>
          <a:endParaRPr lang="en-US"/>
        </a:p>
      </dgm:t>
    </dgm:pt>
    <dgm:pt modelId="{59980FDC-ABA0-4CCC-BE53-FB3E15651513}" type="sibTrans" cxnId="{EBF7C3B1-BC3E-42F0-B9E8-ECE23A417254}">
      <dgm:prSet/>
      <dgm:spPr/>
      <dgm:t>
        <a:bodyPr/>
        <a:lstStyle/>
        <a:p>
          <a:endParaRPr lang="en-US"/>
        </a:p>
      </dgm:t>
    </dgm:pt>
    <dgm:pt modelId="{8B3E9656-6C4D-4DB2-B833-E74104476BD7}">
      <dgm:prSet/>
      <dgm:spPr/>
      <dgm:t>
        <a:bodyPr/>
        <a:lstStyle/>
        <a:p>
          <a:r>
            <a:rPr lang="en-US"/>
            <a:t>Mallow-Weiss Tear</a:t>
          </a:r>
        </a:p>
      </dgm:t>
    </dgm:pt>
    <dgm:pt modelId="{0438917A-CE35-45A0-88CB-9A4B4E0892DC}" type="parTrans" cxnId="{B3A0249D-8BE5-482E-BE09-3BFF59CCABA2}">
      <dgm:prSet/>
      <dgm:spPr/>
      <dgm:t>
        <a:bodyPr/>
        <a:lstStyle/>
        <a:p>
          <a:endParaRPr lang="en-US"/>
        </a:p>
      </dgm:t>
    </dgm:pt>
    <dgm:pt modelId="{816B9F05-17AA-43B9-BBAA-0041740902AF}" type="sibTrans" cxnId="{B3A0249D-8BE5-482E-BE09-3BFF59CCABA2}">
      <dgm:prSet/>
      <dgm:spPr/>
      <dgm:t>
        <a:bodyPr/>
        <a:lstStyle/>
        <a:p>
          <a:endParaRPr lang="en-US"/>
        </a:p>
      </dgm:t>
    </dgm:pt>
    <dgm:pt modelId="{F1AB7192-126C-48E3-9F45-7DCEC8763F62}">
      <dgm:prSet/>
      <dgm:spPr/>
      <dgm:t>
        <a:bodyPr/>
        <a:lstStyle/>
        <a:p>
          <a:r>
            <a:rPr lang="en-US"/>
            <a:t>Boerhaave’s Syndrome</a:t>
          </a:r>
        </a:p>
      </dgm:t>
    </dgm:pt>
    <dgm:pt modelId="{4DB76BCE-73EE-46E2-B0A3-DED23D80F4D5}" type="parTrans" cxnId="{8AF14C80-F43F-4DAD-9607-D453A273E96A}">
      <dgm:prSet/>
      <dgm:spPr/>
      <dgm:t>
        <a:bodyPr/>
        <a:lstStyle/>
        <a:p>
          <a:endParaRPr lang="en-US"/>
        </a:p>
      </dgm:t>
    </dgm:pt>
    <dgm:pt modelId="{250AA13A-7C7C-4296-9BC3-DF653971CD7D}" type="sibTrans" cxnId="{8AF14C80-F43F-4DAD-9607-D453A273E96A}">
      <dgm:prSet/>
      <dgm:spPr/>
      <dgm:t>
        <a:bodyPr/>
        <a:lstStyle/>
        <a:p>
          <a:endParaRPr lang="en-US"/>
        </a:p>
      </dgm:t>
    </dgm:pt>
    <dgm:pt modelId="{68E5C18D-33FA-496F-8157-F6C54888F256}">
      <dgm:prSet/>
      <dgm:spPr/>
      <dgm:t>
        <a:bodyPr/>
        <a:lstStyle/>
        <a:p>
          <a:r>
            <a:rPr lang="en-US"/>
            <a:t>Malignancy </a:t>
          </a:r>
        </a:p>
      </dgm:t>
    </dgm:pt>
    <dgm:pt modelId="{06A8C625-3CBD-40DF-925A-33D93B346B4E}" type="parTrans" cxnId="{01ABB139-ECF4-42B1-97B7-33977FEA1EE7}">
      <dgm:prSet/>
      <dgm:spPr/>
      <dgm:t>
        <a:bodyPr/>
        <a:lstStyle/>
        <a:p>
          <a:endParaRPr lang="en-US"/>
        </a:p>
      </dgm:t>
    </dgm:pt>
    <dgm:pt modelId="{7CC68C94-D81D-44B4-B350-B9A303F69835}" type="sibTrans" cxnId="{01ABB139-ECF4-42B1-97B7-33977FEA1EE7}">
      <dgm:prSet/>
      <dgm:spPr/>
      <dgm:t>
        <a:bodyPr/>
        <a:lstStyle/>
        <a:p>
          <a:endParaRPr lang="en-US"/>
        </a:p>
      </dgm:t>
    </dgm:pt>
    <dgm:pt modelId="{03A5D210-2878-B34A-A1AC-02E7562245CE}" type="pres">
      <dgm:prSet presAssocID="{9881F71A-6443-4524-A0D8-8CA57D84A035}" presName="Name0" presStyleCnt="0">
        <dgm:presLayoutVars>
          <dgm:dir/>
          <dgm:animLvl val="lvl"/>
          <dgm:resizeHandles val="exact"/>
        </dgm:presLayoutVars>
      </dgm:prSet>
      <dgm:spPr/>
    </dgm:pt>
    <dgm:pt modelId="{5F902B41-B91D-A44C-BF84-90A2992819AA}" type="pres">
      <dgm:prSet presAssocID="{4199A106-1AA4-4021-A4D2-4027E8D2B1C8}" presName="linNode" presStyleCnt="0"/>
      <dgm:spPr/>
    </dgm:pt>
    <dgm:pt modelId="{EF308F22-1DF0-A746-8266-0E31A0D105F6}" type="pres">
      <dgm:prSet presAssocID="{4199A106-1AA4-4021-A4D2-4027E8D2B1C8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39B74EF3-1555-364D-9D8A-AD14C6ED3951}" type="pres">
      <dgm:prSet presAssocID="{0D7AF2A5-487A-455F-A009-DC36C4091EF3}" presName="sp" presStyleCnt="0"/>
      <dgm:spPr/>
    </dgm:pt>
    <dgm:pt modelId="{41C1243C-F9DC-EC4B-8A67-C64BDC562D16}" type="pres">
      <dgm:prSet presAssocID="{49831E64-1163-442F-8133-07CE8F8E9F35}" presName="linNode" presStyleCnt="0"/>
      <dgm:spPr/>
    </dgm:pt>
    <dgm:pt modelId="{96252294-0101-AD44-8949-67A2F45EC273}" type="pres">
      <dgm:prSet presAssocID="{49831E64-1163-442F-8133-07CE8F8E9F35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4B029091-FE0C-834A-881C-4B49CB627329}" type="pres">
      <dgm:prSet presAssocID="{67F1A6E7-6DE1-4B5A-BD8E-2402477B0DDF}" presName="sp" presStyleCnt="0"/>
      <dgm:spPr/>
    </dgm:pt>
    <dgm:pt modelId="{A00F4B0D-353B-5D45-8B0D-822D70F093F1}" type="pres">
      <dgm:prSet presAssocID="{3A4C363A-535E-4E50-8ABE-4E6D0F6AAB41}" presName="linNode" presStyleCnt="0"/>
      <dgm:spPr/>
    </dgm:pt>
    <dgm:pt modelId="{C46E3FA2-AAB8-144B-A1FF-BAE5ABC60724}" type="pres">
      <dgm:prSet presAssocID="{3A4C363A-535E-4E50-8ABE-4E6D0F6AAB41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02876FF9-2D00-E749-97E4-26E5565C87B1}" type="pres">
      <dgm:prSet presAssocID="{59980FDC-ABA0-4CCC-BE53-FB3E15651513}" presName="sp" presStyleCnt="0"/>
      <dgm:spPr/>
    </dgm:pt>
    <dgm:pt modelId="{8E59C016-ED1D-444E-96C3-3DF88E9360A2}" type="pres">
      <dgm:prSet presAssocID="{8B3E9656-6C4D-4DB2-B833-E74104476BD7}" presName="linNode" presStyleCnt="0"/>
      <dgm:spPr/>
    </dgm:pt>
    <dgm:pt modelId="{02355B09-0869-E941-B9E9-76B2F20F7CDA}" type="pres">
      <dgm:prSet presAssocID="{8B3E9656-6C4D-4DB2-B833-E74104476BD7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239A15B2-4AFE-944D-A8D7-7F1EE0AFA5CA}" type="pres">
      <dgm:prSet presAssocID="{816B9F05-17AA-43B9-BBAA-0041740902AF}" presName="sp" presStyleCnt="0"/>
      <dgm:spPr/>
    </dgm:pt>
    <dgm:pt modelId="{98CBBC5E-C1C6-B14D-BCEB-7A5AA41FF49A}" type="pres">
      <dgm:prSet presAssocID="{F1AB7192-126C-48E3-9F45-7DCEC8763F62}" presName="linNode" presStyleCnt="0"/>
      <dgm:spPr/>
    </dgm:pt>
    <dgm:pt modelId="{B7E7F389-858F-484C-819F-D9B7758D5AC7}" type="pres">
      <dgm:prSet presAssocID="{F1AB7192-126C-48E3-9F45-7DCEC8763F62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F7420465-4F07-CC48-925B-F86681375357}" type="pres">
      <dgm:prSet presAssocID="{250AA13A-7C7C-4296-9BC3-DF653971CD7D}" presName="sp" presStyleCnt="0"/>
      <dgm:spPr/>
    </dgm:pt>
    <dgm:pt modelId="{0843A7FE-C68D-374C-A2E7-52771CE6A399}" type="pres">
      <dgm:prSet presAssocID="{68E5C18D-33FA-496F-8157-F6C54888F256}" presName="linNode" presStyleCnt="0"/>
      <dgm:spPr/>
    </dgm:pt>
    <dgm:pt modelId="{CCF98BCA-DBF0-D549-90F1-F4C592CFDC6E}" type="pres">
      <dgm:prSet presAssocID="{68E5C18D-33FA-496F-8157-F6C54888F256}" presName="parentText" presStyleLbl="node1" presStyleIdx="5" presStyleCnt="6">
        <dgm:presLayoutVars>
          <dgm:chMax val="1"/>
          <dgm:bulletEnabled val="1"/>
        </dgm:presLayoutVars>
      </dgm:prSet>
      <dgm:spPr/>
    </dgm:pt>
  </dgm:ptLst>
  <dgm:cxnLst>
    <dgm:cxn modelId="{01ABB139-ECF4-42B1-97B7-33977FEA1EE7}" srcId="{9881F71A-6443-4524-A0D8-8CA57D84A035}" destId="{68E5C18D-33FA-496F-8157-F6C54888F256}" srcOrd="5" destOrd="0" parTransId="{06A8C625-3CBD-40DF-925A-33D93B346B4E}" sibTransId="{7CC68C94-D81D-44B4-B350-B9A303F69835}"/>
    <dgm:cxn modelId="{E51A643F-2F6A-2442-A310-7933CBD0A858}" type="presOf" srcId="{68E5C18D-33FA-496F-8157-F6C54888F256}" destId="{CCF98BCA-DBF0-D549-90F1-F4C592CFDC6E}" srcOrd="0" destOrd="0" presId="urn:microsoft.com/office/officeart/2005/8/layout/vList5"/>
    <dgm:cxn modelId="{8B1C5A41-0D67-48E3-AFE2-D87848B1A38E}" srcId="{9881F71A-6443-4524-A0D8-8CA57D84A035}" destId="{49831E64-1163-442F-8133-07CE8F8E9F35}" srcOrd="1" destOrd="0" parTransId="{3BFD92AC-A038-43E8-84B8-324CDF1640C7}" sibTransId="{67F1A6E7-6DE1-4B5A-BD8E-2402477B0DDF}"/>
    <dgm:cxn modelId="{ED7EBF67-916C-AC44-A1FC-DD6D3B87CE1D}" type="presOf" srcId="{49831E64-1163-442F-8133-07CE8F8E9F35}" destId="{96252294-0101-AD44-8949-67A2F45EC273}" srcOrd="0" destOrd="0" presId="urn:microsoft.com/office/officeart/2005/8/layout/vList5"/>
    <dgm:cxn modelId="{97A41E74-F0F8-BC40-8015-EAA2469902D5}" type="presOf" srcId="{8B3E9656-6C4D-4DB2-B833-E74104476BD7}" destId="{02355B09-0869-E941-B9E9-76B2F20F7CDA}" srcOrd="0" destOrd="0" presId="urn:microsoft.com/office/officeart/2005/8/layout/vList5"/>
    <dgm:cxn modelId="{8AF14C80-F43F-4DAD-9607-D453A273E96A}" srcId="{9881F71A-6443-4524-A0D8-8CA57D84A035}" destId="{F1AB7192-126C-48E3-9F45-7DCEC8763F62}" srcOrd="4" destOrd="0" parTransId="{4DB76BCE-73EE-46E2-B0A3-DED23D80F4D5}" sibTransId="{250AA13A-7C7C-4296-9BC3-DF653971CD7D}"/>
    <dgm:cxn modelId="{B3A0249D-8BE5-482E-BE09-3BFF59CCABA2}" srcId="{9881F71A-6443-4524-A0D8-8CA57D84A035}" destId="{8B3E9656-6C4D-4DB2-B833-E74104476BD7}" srcOrd="3" destOrd="0" parTransId="{0438917A-CE35-45A0-88CB-9A4B4E0892DC}" sibTransId="{816B9F05-17AA-43B9-BBAA-0041740902AF}"/>
    <dgm:cxn modelId="{EBF7C3B1-BC3E-42F0-B9E8-ECE23A417254}" srcId="{9881F71A-6443-4524-A0D8-8CA57D84A035}" destId="{3A4C363A-535E-4E50-8ABE-4E6D0F6AAB41}" srcOrd="2" destOrd="0" parTransId="{5B56FE20-BB33-42B1-BEEC-01F7A5034025}" sibTransId="{59980FDC-ABA0-4CCC-BE53-FB3E15651513}"/>
    <dgm:cxn modelId="{21A0AAC0-DF08-3049-BFF3-7C670FD98927}" type="presOf" srcId="{3A4C363A-535E-4E50-8ABE-4E6D0F6AAB41}" destId="{C46E3FA2-AAB8-144B-A1FF-BAE5ABC60724}" srcOrd="0" destOrd="0" presId="urn:microsoft.com/office/officeart/2005/8/layout/vList5"/>
    <dgm:cxn modelId="{67990FD4-B9C9-4596-AF60-F4AE9CA6F1E9}" srcId="{9881F71A-6443-4524-A0D8-8CA57D84A035}" destId="{4199A106-1AA4-4021-A4D2-4027E8D2B1C8}" srcOrd="0" destOrd="0" parTransId="{48E4E538-B397-41B9-9172-4A4D003DDEA5}" sibTransId="{0D7AF2A5-487A-455F-A009-DC36C4091EF3}"/>
    <dgm:cxn modelId="{F254B6D8-A42A-C04F-868F-DE65E939AF59}" type="presOf" srcId="{9881F71A-6443-4524-A0D8-8CA57D84A035}" destId="{03A5D210-2878-B34A-A1AC-02E7562245CE}" srcOrd="0" destOrd="0" presId="urn:microsoft.com/office/officeart/2005/8/layout/vList5"/>
    <dgm:cxn modelId="{067D50DE-1D55-1D4E-80CF-180F0540788F}" type="presOf" srcId="{F1AB7192-126C-48E3-9F45-7DCEC8763F62}" destId="{B7E7F389-858F-484C-819F-D9B7758D5AC7}" srcOrd="0" destOrd="0" presId="urn:microsoft.com/office/officeart/2005/8/layout/vList5"/>
    <dgm:cxn modelId="{957B7DE0-311D-CD4F-A434-9B8CD15E6CF6}" type="presOf" srcId="{4199A106-1AA4-4021-A4D2-4027E8D2B1C8}" destId="{EF308F22-1DF0-A746-8266-0E31A0D105F6}" srcOrd="0" destOrd="0" presId="urn:microsoft.com/office/officeart/2005/8/layout/vList5"/>
    <dgm:cxn modelId="{3A6A24B6-0BB1-AF4F-8DDD-41CCF8F2A0E7}" type="presParOf" srcId="{03A5D210-2878-B34A-A1AC-02E7562245CE}" destId="{5F902B41-B91D-A44C-BF84-90A2992819AA}" srcOrd="0" destOrd="0" presId="urn:microsoft.com/office/officeart/2005/8/layout/vList5"/>
    <dgm:cxn modelId="{72521DB6-98CE-C24A-B1B8-49699D926E0D}" type="presParOf" srcId="{5F902B41-B91D-A44C-BF84-90A2992819AA}" destId="{EF308F22-1DF0-A746-8266-0E31A0D105F6}" srcOrd="0" destOrd="0" presId="urn:microsoft.com/office/officeart/2005/8/layout/vList5"/>
    <dgm:cxn modelId="{E826241C-EA73-E948-8088-9171DA670BB4}" type="presParOf" srcId="{03A5D210-2878-B34A-A1AC-02E7562245CE}" destId="{39B74EF3-1555-364D-9D8A-AD14C6ED3951}" srcOrd="1" destOrd="0" presId="urn:microsoft.com/office/officeart/2005/8/layout/vList5"/>
    <dgm:cxn modelId="{478A5386-30CA-4A41-A86B-2AADF767B3E3}" type="presParOf" srcId="{03A5D210-2878-B34A-A1AC-02E7562245CE}" destId="{41C1243C-F9DC-EC4B-8A67-C64BDC562D16}" srcOrd="2" destOrd="0" presId="urn:microsoft.com/office/officeart/2005/8/layout/vList5"/>
    <dgm:cxn modelId="{D6E2593C-F1BA-B441-872B-E370C8D15351}" type="presParOf" srcId="{41C1243C-F9DC-EC4B-8A67-C64BDC562D16}" destId="{96252294-0101-AD44-8949-67A2F45EC273}" srcOrd="0" destOrd="0" presId="urn:microsoft.com/office/officeart/2005/8/layout/vList5"/>
    <dgm:cxn modelId="{FC7E947D-6BC1-674F-A522-830D0B461278}" type="presParOf" srcId="{03A5D210-2878-B34A-A1AC-02E7562245CE}" destId="{4B029091-FE0C-834A-881C-4B49CB627329}" srcOrd="3" destOrd="0" presId="urn:microsoft.com/office/officeart/2005/8/layout/vList5"/>
    <dgm:cxn modelId="{9E2B7151-B690-EA42-BD7A-8F8E97FBB8FD}" type="presParOf" srcId="{03A5D210-2878-B34A-A1AC-02E7562245CE}" destId="{A00F4B0D-353B-5D45-8B0D-822D70F093F1}" srcOrd="4" destOrd="0" presId="urn:microsoft.com/office/officeart/2005/8/layout/vList5"/>
    <dgm:cxn modelId="{77BBC608-D15D-5042-AAF9-6BCD12FA096C}" type="presParOf" srcId="{A00F4B0D-353B-5D45-8B0D-822D70F093F1}" destId="{C46E3FA2-AAB8-144B-A1FF-BAE5ABC60724}" srcOrd="0" destOrd="0" presId="urn:microsoft.com/office/officeart/2005/8/layout/vList5"/>
    <dgm:cxn modelId="{6C4A0DF4-38A7-D646-B359-0E731C99A717}" type="presParOf" srcId="{03A5D210-2878-B34A-A1AC-02E7562245CE}" destId="{02876FF9-2D00-E749-97E4-26E5565C87B1}" srcOrd="5" destOrd="0" presId="urn:microsoft.com/office/officeart/2005/8/layout/vList5"/>
    <dgm:cxn modelId="{C7BA2B84-B023-3F4D-801C-470EDA03D57C}" type="presParOf" srcId="{03A5D210-2878-B34A-A1AC-02E7562245CE}" destId="{8E59C016-ED1D-444E-96C3-3DF88E9360A2}" srcOrd="6" destOrd="0" presId="urn:microsoft.com/office/officeart/2005/8/layout/vList5"/>
    <dgm:cxn modelId="{73B303EA-1615-CE41-ACE1-001E5EE5C549}" type="presParOf" srcId="{8E59C016-ED1D-444E-96C3-3DF88E9360A2}" destId="{02355B09-0869-E941-B9E9-76B2F20F7CDA}" srcOrd="0" destOrd="0" presId="urn:microsoft.com/office/officeart/2005/8/layout/vList5"/>
    <dgm:cxn modelId="{F61A8CE8-5325-134E-BC42-3015769B3C26}" type="presParOf" srcId="{03A5D210-2878-B34A-A1AC-02E7562245CE}" destId="{239A15B2-4AFE-944D-A8D7-7F1EE0AFA5CA}" srcOrd="7" destOrd="0" presId="urn:microsoft.com/office/officeart/2005/8/layout/vList5"/>
    <dgm:cxn modelId="{F9CD78D3-DA57-3443-8571-CCC4D7B86769}" type="presParOf" srcId="{03A5D210-2878-B34A-A1AC-02E7562245CE}" destId="{98CBBC5E-C1C6-B14D-BCEB-7A5AA41FF49A}" srcOrd="8" destOrd="0" presId="urn:microsoft.com/office/officeart/2005/8/layout/vList5"/>
    <dgm:cxn modelId="{772C126C-CBD3-4142-8CC7-C92D2BB37232}" type="presParOf" srcId="{98CBBC5E-C1C6-B14D-BCEB-7A5AA41FF49A}" destId="{B7E7F389-858F-484C-819F-D9B7758D5AC7}" srcOrd="0" destOrd="0" presId="urn:microsoft.com/office/officeart/2005/8/layout/vList5"/>
    <dgm:cxn modelId="{E5C681BF-EBC1-6D40-AA75-9C2C2CFF34AA}" type="presParOf" srcId="{03A5D210-2878-B34A-A1AC-02E7562245CE}" destId="{F7420465-4F07-CC48-925B-F86681375357}" srcOrd="9" destOrd="0" presId="urn:microsoft.com/office/officeart/2005/8/layout/vList5"/>
    <dgm:cxn modelId="{5AFF60E1-27D5-4D44-A661-7058D5F6F563}" type="presParOf" srcId="{03A5D210-2878-B34A-A1AC-02E7562245CE}" destId="{0843A7FE-C68D-374C-A2E7-52771CE6A399}" srcOrd="10" destOrd="0" presId="urn:microsoft.com/office/officeart/2005/8/layout/vList5"/>
    <dgm:cxn modelId="{074F92B2-DFC0-2B45-BC71-660524792E41}" type="presParOf" srcId="{0843A7FE-C68D-374C-A2E7-52771CE6A399}" destId="{CCF98BCA-DBF0-D549-90F1-F4C592CFDC6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4F1C692C-6135-45EB-9A80-0145A8504B2F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3CD25BC-F101-4833-B3C3-4F1C50ECC36F}">
      <dgm:prSet/>
      <dgm:spPr/>
      <dgm:t>
        <a:bodyPr/>
        <a:lstStyle/>
        <a:p>
          <a:r>
            <a:rPr lang="en-US"/>
            <a:t>Airway &gt; Breathing &gt; Circulation</a:t>
          </a:r>
        </a:p>
      </dgm:t>
    </dgm:pt>
    <dgm:pt modelId="{800C8E36-948D-430E-9BBB-78A9E2C2C96B}" type="parTrans" cxnId="{33DD00C8-3918-4385-B325-94E43FC8F1DC}">
      <dgm:prSet/>
      <dgm:spPr/>
      <dgm:t>
        <a:bodyPr/>
        <a:lstStyle/>
        <a:p>
          <a:endParaRPr lang="en-US"/>
        </a:p>
      </dgm:t>
    </dgm:pt>
    <dgm:pt modelId="{647906A2-E302-4A5D-A2F7-CC24C1C49130}" type="sibTrans" cxnId="{33DD00C8-3918-4385-B325-94E43FC8F1DC}">
      <dgm:prSet/>
      <dgm:spPr/>
      <dgm:t>
        <a:bodyPr/>
        <a:lstStyle/>
        <a:p>
          <a:endParaRPr lang="en-US"/>
        </a:p>
      </dgm:t>
    </dgm:pt>
    <dgm:pt modelId="{8A38E11F-67C1-4780-B22D-9B89D7C25131}">
      <dgm:prSet/>
      <dgm:spPr/>
      <dgm:t>
        <a:bodyPr/>
        <a:lstStyle/>
        <a:p>
          <a:r>
            <a:rPr lang="en-US"/>
            <a:t>Two large bore IV’s</a:t>
          </a:r>
        </a:p>
      </dgm:t>
    </dgm:pt>
    <dgm:pt modelId="{1D098000-823B-4D05-BF87-D8EA70F2EBDB}" type="parTrans" cxnId="{2336043F-58F4-4B61-A9DD-A8DB840F9A9A}">
      <dgm:prSet/>
      <dgm:spPr/>
      <dgm:t>
        <a:bodyPr/>
        <a:lstStyle/>
        <a:p>
          <a:endParaRPr lang="en-US"/>
        </a:p>
      </dgm:t>
    </dgm:pt>
    <dgm:pt modelId="{C078456B-C7AE-4A78-9E72-79A8656C0B94}" type="sibTrans" cxnId="{2336043F-58F4-4B61-A9DD-A8DB840F9A9A}">
      <dgm:prSet/>
      <dgm:spPr/>
      <dgm:t>
        <a:bodyPr/>
        <a:lstStyle/>
        <a:p>
          <a:endParaRPr lang="en-US"/>
        </a:p>
      </dgm:t>
    </dgm:pt>
    <dgm:pt modelId="{7662AAFB-C395-4A4F-B45A-3CCE49C08796}">
      <dgm:prSet/>
      <dgm:spPr/>
      <dgm:t>
        <a:bodyPr/>
        <a:lstStyle/>
        <a:p>
          <a:r>
            <a:rPr lang="en-US"/>
            <a:t>Labs: </a:t>
          </a:r>
        </a:p>
      </dgm:t>
    </dgm:pt>
    <dgm:pt modelId="{7A96E0CF-898A-4E81-99BE-E6FB8D003F6A}" type="parTrans" cxnId="{7D995871-817E-4EC1-B314-9DECE4ECAAE7}">
      <dgm:prSet/>
      <dgm:spPr/>
      <dgm:t>
        <a:bodyPr/>
        <a:lstStyle/>
        <a:p>
          <a:endParaRPr lang="en-US"/>
        </a:p>
      </dgm:t>
    </dgm:pt>
    <dgm:pt modelId="{66503EB7-9382-4BA8-BC9F-43C71C1CE6EA}" type="sibTrans" cxnId="{7D995871-817E-4EC1-B314-9DECE4ECAAE7}">
      <dgm:prSet/>
      <dgm:spPr/>
      <dgm:t>
        <a:bodyPr/>
        <a:lstStyle/>
        <a:p>
          <a:endParaRPr lang="en-US"/>
        </a:p>
      </dgm:t>
    </dgm:pt>
    <dgm:pt modelId="{5B06580C-6F7E-4ABB-997B-8464DD0C50F6}">
      <dgm:prSet/>
      <dgm:spPr/>
      <dgm:t>
        <a:bodyPr/>
        <a:lstStyle/>
        <a:p>
          <a:r>
            <a:rPr lang="en-US"/>
            <a:t>CBC</a:t>
          </a:r>
        </a:p>
      </dgm:t>
    </dgm:pt>
    <dgm:pt modelId="{3DDAAF17-3121-45DB-BB23-770CB693A2A3}" type="parTrans" cxnId="{F1BC36EA-393D-41BC-A119-25EFD4A56F44}">
      <dgm:prSet/>
      <dgm:spPr/>
      <dgm:t>
        <a:bodyPr/>
        <a:lstStyle/>
        <a:p>
          <a:endParaRPr lang="en-US"/>
        </a:p>
      </dgm:t>
    </dgm:pt>
    <dgm:pt modelId="{BC2F54F6-AABB-48D0-A4C7-5810D18BAACC}" type="sibTrans" cxnId="{F1BC36EA-393D-41BC-A119-25EFD4A56F44}">
      <dgm:prSet/>
      <dgm:spPr/>
      <dgm:t>
        <a:bodyPr/>
        <a:lstStyle/>
        <a:p>
          <a:endParaRPr lang="en-US"/>
        </a:p>
      </dgm:t>
    </dgm:pt>
    <dgm:pt modelId="{8A9C4756-BB62-40F2-9BE4-52F271995AC0}">
      <dgm:prSet/>
      <dgm:spPr/>
      <dgm:t>
        <a:bodyPr/>
        <a:lstStyle/>
        <a:p>
          <a:r>
            <a:rPr lang="en-US"/>
            <a:t>CMP</a:t>
          </a:r>
        </a:p>
      </dgm:t>
    </dgm:pt>
    <dgm:pt modelId="{B4EC5A7C-69BD-4361-908C-AD4794115496}" type="parTrans" cxnId="{1076740E-4A2B-4436-BE16-08BB6B166C96}">
      <dgm:prSet/>
      <dgm:spPr/>
      <dgm:t>
        <a:bodyPr/>
        <a:lstStyle/>
        <a:p>
          <a:endParaRPr lang="en-US"/>
        </a:p>
      </dgm:t>
    </dgm:pt>
    <dgm:pt modelId="{AFF7DFED-AA77-4862-9D85-DAD644B85B68}" type="sibTrans" cxnId="{1076740E-4A2B-4436-BE16-08BB6B166C96}">
      <dgm:prSet/>
      <dgm:spPr/>
      <dgm:t>
        <a:bodyPr/>
        <a:lstStyle/>
        <a:p>
          <a:endParaRPr lang="en-US"/>
        </a:p>
      </dgm:t>
    </dgm:pt>
    <dgm:pt modelId="{08C3B27B-89FC-4550-A80B-B5EE47FDBF3E}">
      <dgm:prSet/>
      <dgm:spPr/>
      <dgm:t>
        <a:bodyPr/>
        <a:lstStyle/>
        <a:p>
          <a:r>
            <a:rPr lang="en-US"/>
            <a:t>PT/PTT</a:t>
          </a:r>
        </a:p>
      </dgm:t>
    </dgm:pt>
    <dgm:pt modelId="{BDCB9FEA-55CE-4895-B48B-62040CC2A444}" type="parTrans" cxnId="{851C7661-3BB6-4138-9560-CCBB1227CEF7}">
      <dgm:prSet/>
      <dgm:spPr/>
      <dgm:t>
        <a:bodyPr/>
        <a:lstStyle/>
        <a:p>
          <a:endParaRPr lang="en-US"/>
        </a:p>
      </dgm:t>
    </dgm:pt>
    <dgm:pt modelId="{C57164A3-3C30-47A8-AB9B-AD74C0164AFF}" type="sibTrans" cxnId="{851C7661-3BB6-4138-9560-CCBB1227CEF7}">
      <dgm:prSet/>
      <dgm:spPr/>
      <dgm:t>
        <a:bodyPr/>
        <a:lstStyle/>
        <a:p>
          <a:endParaRPr lang="en-US"/>
        </a:p>
      </dgm:t>
    </dgm:pt>
    <dgm:pt modelId="{0F46457E-B8D7-473B-8DEC-900F52D3EBC3}">
      <dgm:prSet/>
      <dgm:spPr/>
      <dgm:t>
        <a:bodyPr/>
        <a:lstStyle/>
        <a:p>
          <a:r>
            <a:rPr lang="en-US"/>
            <a:t>Type and screen</a:t>
          </a:r>
        </a:p>
      </dgm:t>
    </dgm:pt>
    <dgm:pt modelId="{C0BE47AC-13A8-41DB-BB4B-5EE3F4559F56}" type="parTrans" cxnId="{DE8226CE-F7B4-44A4-B3D9-47828F1E522D}">
      <dgm:prSet/>
      <dgm:spPr/>
      <dgm:t>
        <a:bodyPr/>
        <a:lstStyle/>
        <a:p>
          <a:endParaRPr lang="en-US"/>
        </a:p>
      </dgm:t>
    </dgm:pt>
    <dgm:pt modelId="{534CCAED-710C-4A86-9DFA-99386493B9C1}" type="sibTrans" cxnId="{DE8226CE-F7B4-44A4-B3D9-47828F1E522D}">
      <dgm:prSet/>
      <dgm:spPr/>
      <dgm:t>
        <a:bodyPr/>
        <a:lstStyle/>
        <a:p>
          <a:endParaRPr lang="en-US"/>
        </a:p>
      </dgm:t>
    </dgm:pt>
    <dgm:pt modelId="{6FD1091F-25C6-4DCE-8AF3-D893E3F606B3}">
      <dgm:prSet/>
      <dgm:spPr/>
      <dgm:t>
        <a:bodyPr/>
        <a:lstStyle/>
        <a:p>
          <a:r>
            <a:rPr lang="en-US"/>
            <a:t>Treatment:</a:t>
          </a:r>
        </a:p>
      </dgm:t>
    </dgm:pt>
    <dgm:pt modelId="{1279A6E9-F900-4E29-9793-75907A032020}" type="parTrans" cxnId="{0F0995D8-A669-43D1-BE64-16605FFE5D6A}">
      <dgm:prSet/>
      <dgm:spPr/>
      <dgm:t>
        <a:bodyPr/>
        <a:lstStyle/>
        <a:p>
          <a:endParaRPr lang="en-US"/>
        </a:p>
      </dgm:t>
    </dgm:pt>
    <dgm:pt modelId="{D6E441FB-82AD-4794-B753-A652BB4B4380}" type="sibTrans" cxnId="{0F0995D8-A669-43D1-BE64-16605FFE5D6A}">
      <dgm:prSet/>
      <dgm:spPr/>
      <dgm:t>
        <a:bodyPr/>
        <a:lstStyle/>
        <a:p>
          <a:endParaRPr lang="en-US"/>
        </a:p>
      </dgm:t>
    </dgm:pt>
    <dgm:pt modelId="{D2F4781D-978D-41B4-90D9-BC7139608778}">
      <dgm:prSet/>
      <dgm:spPr/>
      <dgm:t>
        <a:bodyPr/>
        <a:lstStyle/>
        <a:p>
          <a:r>
            <a:rPr lang="en-US"/>
            <a:t>IV fluids (crystalloids) + packed RBC transfusion</a:t>
          </a:r>
        </a:p>
      </dgm:t>
    </dgm:pt>
    <dgm:pt modelId="{FC7567C1-D214-4E75-9032-0C8BA188F7D6}" type="parTrans" cxnId="{F201AEBD-EA2E-4F24-946D-85B4DEA2E797}">
      <dgm:prSet/>
      <dgm:spPr/>
      <dgm:t>
        <a:bodyPr/>
        <a:lstStyle/>
        <a:p>
          <a:endParaRPr lang="en-US"/>
        </a:p>
      </dgm:t>
    </dgm:pt>
    <dgm:pt modelId="{F98D55F8-787E-4BD9-8803-E799609D8546}" type="sibTrans" cxnId="{F201AEBD-EA2E-4F24-946D-85B4DEA2E797}">
      <dgm:prSet/>
      <dgm:spPr/>
      <dgm:t>
        <a:bodyPr/>
        <a:lstStyle/>
        <a:p>
          <a:endParaRPr lang="en-US"/>
        </a:p>
      </dgm:t>
    </dgm:pt>
    <dgm:pt modelId="{075D0BE2-AB0D-411C-8218-B0F72CF4F1E7}">
      <dgm:prSet/>
      <dgm:spPr/>
      <dgm:t>
        <a:bodyPr/>
        <a:lstStyle/>
        <a:p>
          <a:r>
            <a:rPr lang="en-US"/>
            <a:t>Hemoglobin threshold of 7g/dL for most patients, if actively bleeding, then 8mg/dL</a:t>
          </a:r>
        </a:p>
      </dgm:t>
    </dgm:pt>
    <dgm:pt modelId="{B1DA2D41-8F66-4F53-AE63-2EF4BE749B4F}" type="parTrans" cxnId="{0CF85E93-C810-4E8E-BDCE-D2D7F9133792}">
      <dgm:prSet/>
      <dgm:spPr/>
      <dgm:t>
        <a:bodyPr/>
        <a:lstStyle/>
        <a:p>
          <a:endParaRPr lang="en-US"/>
        </a:p>
      </dgm:t>
    </dgm:pt>
    <dgm:pt modelId="{08E24F54-2599-449D-9838-8936AE2F3043}" type="sibTrans" cxnId="{0CF85E93-C810-4E8E-BDCE-D2D7F9133792}">
      <dgm:prSet/>
      <dgm:spPr/>
      <dgm:t>
        <a:bodyPr/>
        <a:lstStyle/>
        <a:p>
          <a:endParaRPr lang="en-US"/>
        </a:p>
      </dgm:t>
    </dgm:pt>
    <dgm:pt modelId="{3517CF74-92E5-4137-BE52-9D52F46A517E}">
      <dgm:prSet/>
      <dgm:spPr/>
      <dgm:t>
        <a:bodyPr/>
        <a:lstStyle/>
        <a:p>
          <a:r>
            <a:rPr lang="en-US"/>
            <a:t>Call GI for an EGD! </a:t>
          </a:r>
        </a:p>
      </dgm:t>
    </dgm:pt>
    <dgm:pt modelId="{816A254A-C2A5-40C7-9C0C-7DF8088F3F15}" type="parTrans" cxnId="{94304445-8C8B-4A46-B6CE-FED93A93230B}">
      <dgm:prSet/>
      <dgm:spPr/>
      <dgm:t>
        <a:bodyPr/>
        <a:lstStyle/>
        <a:p>
          <a:endParaRPr lang="en-US"/>
        </a:p>
      </dgm:t>
    </dgm:pt>
    <dgm:pt modelId="{4E7B9AFF-6CB3-4D49-B730-F25EE2E8E108}" type="sibTrans" cxnId="{94304445-8C8B-4A46-B6CE-FED93A93230B}">
      <dgm:prSet/>
      <dgm:spPr/>
      <dgm:t>
        <a:bodyPr/>
        <a:lstStyle/>
        <a:p>
          <a:endParaRPr lang="en-US"/>
        </a:p>
      </dgm:t>
    </dgm:pt>
    <dgm:pt modelId="{C3CC0B76-3517-304A-B87D-B190CD7A2B6F}" type="pres">
      <dgm:prSet presAssocID="{4F1C692C-6135-45EB-9A80-0145A8504B2F}" presName="linear" presStyleCnt="0">
        <dgm:presLayoutVars>
          <dgm:animLvl val="lvl"/>
          <dgm:resizeHandles val="exact"/>
        </dgm:presLayoutVars>
      </dgm:prSet>
      <dgm:spPr/>
    </dgm:pt>
    <dgm:pt modelId="{AF5CBFB4-362A-5A44-B3EF-7992639B33A8}" type="pres">
      <dgm:prSet presAssocID="{63CD25BC-F101-4833-B3C3-4F1C50ECC36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BA63D9E-2C1A-FF44-AE4B-187E2175B1DF}" type="pres">
      <dgm:prSet presAssocID="{647906A2-E302-4A5D-A2F7-CC24C1C49130}" presName="spacer" presStyleCnt="0"/>
      <dgm:spPr/>
    </dgm:pt>
    <dgm:pt modelId="{FCB31910-F557-814A-B907-5E93F9AE4CBF}" type="pres">
      <dgm:prSet presAssocID="{8A38E11F-67C1-4780-B22D-9B89D7C2513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64031E2-2601-4D49-A23F-975EC4CDECCE}" type="pres">
      <dgm:prSet presAssocID="{C078456B-C7AE-4A78-9E72-79A8656C0B94}" presName="spacer" presStyleCnt="0"/>
      <dgm:spPr/>
    </dgm:pt>
    <dgm:pt modelId="{231E06A6-6327-E94C-B443-AF543A90D910}" type="pres">
      <dgm:prSet presAssocID="{7662AAFB-C395-4A4F-B45A-3CCE49C0879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F46BA42-602C-1A44-B203-1AE21579C3D9}" type="pres">
      <dgm:prSet presAssocID="{7662AAFB-C395-4A4F-B45A-3CCE49C08796}" presName="childText" presStyleLbl="revTx" presStyleIdx="0" presStyleCnt="2">
        <dgm:presLayoutVars>
          <dgm:bulletEnabled val="1"/>
        </dgm:presLayoutVars>
      </dgm:prSet>
      <dgm:spPr/>
    </dgm:pt>
    <dgm:pt modelId="{B7270F0C-A84F-4946-8CFC-DAE5F7525E5F}" type="pres">
      <dgm:prSet presAssocID="{6FD1091F-25C6-4DCE-8AF3-D893E3F606B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7CD9C60-CD65-6146-8DAF-03CB2244693B}" type="pres">
      <dgm:prSet presAssocID="{6FD1091F-25C6-4DCE-8AF3-D893E3F606B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076740E-4A2B-4436-BE16-08BB6B166C96}" srcId="{7662AAFB-C395-4A4F-B45A-3CCE49C08796}" destId="{8A9C4756-BB62-40F2-9BE4-52F271995AC0}" srcOrd="1" destOrd="0" parTransId="{B4EC5A7C-69BD-4361-908C-AD4794115496}" sibTransId="{AFF7DFED-AA77-4862-9D85-DAD644B85B68}"/>
    <dgm:cxn modelId="{38EECC2C-7E24-2548-A007-92024398F0EC}" type="presOf" srcId="{4F1C692C-6135-45EB-9A80-0145A8504B2F}" destId="{C3CC0B76-3517-304A-B87D-B190CD7A2B6F}" srcOrd="0" destOrd="0" presId="urn:microsoft.com/office/officeart/2005/8/layout/vList2"/>
    <dgm:cxn modelId="{2336043F-58F4-4B61-A9DD-A8DB840F9A9A}" srcId="{4F1C692C-6135-45EB-9A80-0145A8504B2F}" destId="{8A38E11F-67C1-4780-B22D-9B89D7C25131}" srcOrd="1" destOrd="0" parTransId="{1D098000-823B-4D05-BF87-D8EA70F2EBDB}" sibTransId="{C078456B-C7AE-4A78-9E72-79A8656C0B94}"/>
    <dgm:cxn modelId="{851C7661-3BB6-4138-9560-CCBB1227CEF7}" srcId="{7662AAFB-C395-4A4F-B45A-3CCE49C08796}" destId="{08C3B27B-89FC-4550-A80B-B5EE47FDBF3E}" srcOrd="2" destOrd="0" parTransId="{BDCB9FEA-55CE-4895-B48B-62040CC2A444}" sibTransId="{C57164A3-3C30-47A8-AB9B-AD74C0164AFF}"/>
    <dgm:cxn modelId="{94304445-8C8B-4A46-B6CE-FED93A93230B}" srcId="{6FD1091F-25C6-4DCE-8AF3-D893E3F606B3}" destId="{3517CF74-92E5-4137-BE52-9D52F46A517E}" srcOrd="1" destOrd="0" parTransId="{816A254A-C2A5-40C7-9C0C-7DF8088F3F15}" sibTransId="{4E7B9AFF-6CB3-4D49-B730-F25EE2E8E108}"/>
    <dgm:cxn modelId="{B5DE4348-9B97-6B4A-BDA7-1EA69B6344CF}" type="presOf" srcId="{3517CF74-92E5-4137-BE52-9D52F46A517E}" destId="{77CD9C60-CD65-6146-8DAF-03CB2244693B}" srcOrd="0" destOrd="2" presId="urn:microsoft.com/office/officeart/2005/8/layout/vList2"/>
    <dgm:cxn modelId="{8657264E-8DFF-8C40-A9B0-9492459E4BD7}" type="presOf" srcId="{075D0BE2-AB0D-411C-8218-B0F72CF4F1E7}" destId="{77CD9C60-CD65-6146-8DAF-03CB2244693B}" srcOrd="0" destOrd="1" presId="urn:microsoft.com/office/officeart/2005/8/layout/vList2"/>
    <dgm:cxn modelId="{A846D770-F6ED-914F-A5FF-F288479A056B}" type="presOf" srcId="{8A9C4756-BB62-40F2-9BE4-52F271995AC0}" destId="{DF46BA42-602C-1A44-B203-1AE21579C3D9}" srcOrd="0" destOrd="1" presId="urn:microsoft.com/office/officeart/2005/8/layout/vList2"/>
    <dgm:cxn modelId="{7D995871-817E-4EC1-B314-9DECE4ECAAE7}" srcId="{4F1C692C-6135-45EB-9A80-0145A8504B2F}" destId="{7662AAFB-C395-4A4F-B45A-3CCE49C08796}" srcOrd="2" destOrd="0" parTransId="{7A96E0CF-898A-4E81-99BE-E6FB8D003F6A}" sibTransId="{66503EB7-9382-4BA8-BC9F-43C71C1CE6EA}"/>
    <dgm:cxn modelId="{DF83EF77-42B8-EF4A-A1F7-0CCFD662F876}" type="presOf" srcId="{08C3B27B-89FC-4550-A80B-B5EE47FDBF3E}" destId="{DF46BA42-602C-1A44-B203-1AE21579C3D9}" srcOrd="0" destOrd="2" presId="urn:microsoft.com/office/officeart/2005/8/layout/vList2"/>
    <dgm:cxn modelId="{113B1E58-C253-924D-ACA9-D08068D7D9FC}" type="presOf" srcId="{D2F4781D-978D-41B4-90D9-BC7139608778}" destId="{77CD9C60-CD65-6146-8DAF-03CB2244693B}" srcOrd="0" destOrd="0" presId="urn:microsoft.com/office/officeart/2005/8/layout/vList2"/>
    <dgm:cxn modelId="{6CDE888F-810C-8843-9B7E-791A13F1D0AF}" type="presOf" srcId="{63CD25BC-F101-4833-B3C3-4F1C50ECC36F}" destId="{AF5CBFB4-362A-5A44-B3EF-7992639B33A8}" srcOrd="0" destOrd="0" presId="urn:microsoft.com/office/officeart/2005/8/layout/vList2"/>
    <dgm:cxn modelId="{0CF85E93-C810-4E8E-BDCE-D2D7F9133792}" srcId="{D2F4781D-978D-41B4-90D9-BC7139608778}" destId="{075D0BE2-AB0D-411C-8218-B0F72CF4F1E7}" srcOrd="0" destOrd="0" parTransId="{B1DA2D41-8F66-4F53-AE63-2EF4BE749B4F}" sibTransId="{08E24F54-2599-449D-9838-8936AE2F3043}"/>
    <dgm:cxn modelId="{612947B0-0B9A-6D4B-8151-2026EB16653B}" type="presOf" srcId="{7662AAFB-C395-4A4F-B45A-3CCE49C08796}" destId="{231E06A6-6327-E94C-B443-AF543A90D910}" srcOrd="0" destOrd="0" presId="urn:microsoft.com/office/officeart/2005/8/layout/vList2"/>
    <dgm:cxn modelId="{77A540B2-54C5-674A-B249-1FD415E9F046}" type="presOf" srcId="{8A38E11F-67C1-4780-B22D-9B89D7C25131}" destId="{FCB31910-F557-814A-B907-5E93F9AE4CBF}" srcOrd="0" destOrd="0" presId="urn:microsoft.com/office/officeart/2005/8/layout/vList2"/>
    <dgm:cxn modelId="{414530B8-2FF3-9B42-AD4A-3B223DA2ED82}" type="presOf" srcId="{6FD1091F-25C6-4DCE-8AF3-D893E3F606B3}" destId="{B7270F0C-A84F-4946-8CFC-DAE5F7525E5F}" srcOrd="0" destOrd="0" presId="urn:microsoft.com/office/officeart/2005/8/layout/vList2"/>
    <dgm:cxn modelId="{F201AEBD-EA2E-4F24-946D-85B4DEA2E797}" srcId="{6FD1091F-25C6-4DCE-8AF3-D893E3F606B3}" destId="{D2F4781D-978D-41B4-90D9-BC7139608778}" srcOrd="0" destOrd="0" parTransId="{FC7567C1-D214-4E75-9032-0C8BA188F7D6}" sibTransId="{F98D55F8-787E-4BD9-8803-E799609D8546}"/>
    <dgm:cxn modelId="{8FD1BEC7-8749-AF4A-BAFF-E4D3BEF6D1F5}" type="presOf" srcId="{0F46457E-B8D7-473B-8DEC-900F52D3EBC3}" destId="{DF46BA42-602C-1A44-B203-1AE21579C3D9}" srcOrd="0" destOrd="3" presId="urn:microsoft.com/office/officeart/2005/8/layout/vList2"/>
    <dgm:cxn modelId="{33DD00C8-3918-4385-B325-94E43FC8F1DC}" srcId="{4F1C692C-6135-45EB-9A80-0145A8504B2F}" destId="{63CD25BC-F101-4833-B3C3-4F1C50ECC36F}" srcOrd="0" destOrd="0" parTransId="{800C8E36-948D-430E-9BBB-78A9E2C2C96B}" sibTransId="{647906A2-E302-4A5D-A2F7-CC24C1C49130}"/>
    <dgm:cxn modelId="{DE8226CE-F7B4-44A4-B3D9-47828F1E522D}" srcId="{7662AAFB-C395-4A4F-B45A-3CCE49C08796}" destId="{0F46457E-B8D7-473B-8DEC-900F52D3EBC3}" srcOrd="3" destOrd="0" parTransId="{C0BE47AC-13A8-41DB-BB4B-5EE3F4559F56}" sibTransId="{534CCAED-710C-4A86-9DFA-99386493B9C1}"/>
    <dgm:cxn modelId="{0F0995D8-A669-43D1-BE64-16605FFE5D6A}" srcId="{4F1C692C-6135-45EB-9A80-0145A8504B2F}" destId="{6FD1091F-25C6-4DCE-8AF3-D893E3F606B3}" srcOrd="3" destOrd="0" parTransId="{1279A6E9-F900-4E29-9793-75907A032020}" sibTransId="{D6E441FB-82AD-4794-B753-A652BB4B4380}"/>
    <dgm:cxn modelId="{4D69ECD8-1D11-9744-85F7-B19A082C913E}" type="presOf" srcId="{5B06580C-6F7E-4ABB-997B-8464DD0C50F6}" destId="{DF46BA42-602C-1A44-B203-1AE21579C3D9}" srcOrd="0" destOrd="0" presId="urn:microsoft.com/office/officeart/2005/8/layout/vList2"/>
    <dgm:cxn modelId="{F1BC36EA-393D-41BC-A119-25EFD4A56F44}" srcId="{7662AAFB-C395-4A4F-B45A-3CCE49C08796}" destId="{5B06580C-6F7E-4ABB-997B-8464DD0C50F6}" srcOrd="0" destOrd="0" parTransId="{3DDAAF17-3121-45DB-BB23-770CB693A2A3}" sibTransId="{BC2F54F6-AABB-48D0-A4C7-5810D18BAACC}"/>
    <dgm:cxn modelId="{83CD6F32-3D56-5F4F-A1D1-86C8BE5CE239}" type="presParOf" srcId="{C3CC0B76-3517-304A-B87D-B190CD7A2B6F}" destId="{AF5CBFB4-362A-5A44-B3EF-7992639B33A8}" srcOrd="0" destOrd="0" presId="urn:microsoft.com/office/officeart/2005/8/layout/vList2"/>
    <dgm:cxn modelId="{B0547072-466E-9346-8DD6-BEA2CF642F64}" type="presParOf" srcId="{C3CC0B76-3517-304A-B87D-B190CD7A2B6F}" destId="{5BA63D9E-2C1A-FF44-AE4B-187E2175B1DF}" srcOrd="1" destOrd="0" presId="urn:microsoft.com/office/officeart/2005/8/layout/vList2"/>
    <dgm:cxn modelId="{A23AA4B9-7883-9142-8153-C10ADA06AE0B}" type="presParOf" srcId="{C3CC0B76-3517-304A-B87D-B190CD7A2B6F}" destId="{FCB31910-F557-814A-B907-5E93F9AE4CBF}" srcOrd="2" destOrd="0" presId="urn:microsoft.com/office/officeart/2005/8/layout/vList2"/>
    <dgm:cxn modelId="{FC746BAC-080B-294F-8F80-7FAD2134C32D}" type="presParOf" srcId="{C3CC0B76-3517-304A-B87D-B190CD7A2B6F}" destId="{764031E2-2601-4D49-A23F-975EC4CDECCE}" srcOrd="3" destOrd="0" presId="urn:microsoft.com/office/officeart/2005/8/layout/vList2"/>
    <dgm:cxn modelId="{D0A6B73C-B823-5E4D-B533-21D7DD8D683B}" type="presParOf" srcId="{C3CC0B76-3517-304A-B87D-B190CD7A2B6F}" destId="{231E06A6-6327-E94C-B443-AF543A90D910}" srcOrd="4" destOrd="0" presId="urn:microsoft.com/office/officeart/2005/8/layout/vList2"/>
    <dgm:cxn modelId="{BC907337-944C-734C-A206-A86A25B6D6F0}" type="presParOf" srcId="{C3CC0B76-3517-304A-B87D-B190CD7A2B6F}" destId="{DF46BA42-602C-1A44-B203-1AE21579C3D9}" srcOrd="5" destOrd="0" presId="urn:microsoft.com/office/officeart/2005/8/layout/vList2"/>
    <dgm:cxn modelId="{41449871-271C-9640-B62E-1817F4B3C0D9}" type="presParOf" srcId="{C3CC0B76-3517-304A-B87D-B190CD7A2B6F}" destId="{B7270F0C-A84F-4946-8CFC-DAE5F7525E5F}" srcOrd="6" destOrd="0" presId="urn:microsoft.com/office/officeart/2005/8/layout/vList2"/>
    <dgm:cxn modelId="{FC0E3442-71B0-AD46-9A35-D974F5E60BE3}" type="presParOf" srcId="{C3CC0B76-3517-304A-B87D-B190CD7A2B6F}" destId="{77CD9C60-CD65-6146-8DAF-03CB2244693B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4F34A32A-7181-46E8-AC03-BC25BBF8E71E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4F4FC46-EAF2-4F16-9F2B-DC6AD0F5A240}">
      <dgm:prSet/>
      <dgm:spPr/>
      <dgm:t>
        <a:bodyPr/>
        <a:lstStyle/>
        <a:p>
          <a:r>
            <a:rPr lang="en-US" dirty="0"/>
            <a:t>Pathophysiology: Sudden rise in intragastric pressure during retching/vomiting </a:t>
          </a:r>
          <a:r>
            <a:rPr lang="en-US" dirty="0">
              <a:sym typeface="Wingdings" panose="05000000000000000000" pitchFamily="2" charset="2"/>
            </a:rPr>
            <a:t></a:t>
          </a:r>
          <a:r>
            <a:rPr lang="en-US" dirty="0"/>
            <a:t> longitudinal mucosal laceration near the GE junction</a:t>
          </a:r>
        </a:p>
      </dgm:t>
    </dgm:pt>
    <dgm:pt modelId="{F5C08F91-EF4B-41F0-A4C4-1EC15D9F8A1F}" type="parTrans" cxnId="{6AF5F350-3359-4059-B245-B4B0F13DB4D0}">
      <dgm:prSet/>
      <dgm:spPr/>
      <dgm:t>
        <a:bodyPr/>
        <a:lstStyle/>
        <a:p>
          <a:endParaRPr lang="en-US"/>
        </a:p>
      </dgm:t>
    </dgm:pt>
    <dgm:pt modelId="{F4E3D6FE-AC36-467A-98A3-691F40D8068D}" type="sibTrans" cxnId="{6AF5F350-3359-4059-B245-B4B0F13DB4D0}">
      <dgm:prSet/>
      <dgm:spPr/>
      <dgm:t>
        <a:bodyPr/>
        <a:lstStyle/>
        <a:p>
          <a:endParaRPr lang="en-US"/>
        </a:p>
      </dgm:t>
    </dgm:pt>
    <dgm:pt modelId="{E1AD73E0-B127-44AA-BD75-5138E0833C4D}">
      <dgm:prSet/>
      <dgm:spPr/>
      <dgm:t>
        <a:bodyPr/>
        <a:lstStyle/>
        <a:p>
          <a:r>
            <a:rPr lang="en-US"/>
            <a:t>S/S: repetitive vomiting</a:t>
          </a:r>
        </a:p>
      </dgm:t>
    </dgm:pt>
    <dgm:pt modelId="{4C966413-E9F5-4FF0-8DE7-51246E9D82EF}" type="parTrans" cxnId="{3D48868D-B582-4603-9DA1-B09D103227F9}">
      <dgm:prSet/>
      <dgm:spPr/>
      <dgm:t>
        <a:bodyPr/>
        <a:lstStyle/>
        <a:p>
          <a:endParaRPr lang="en-US"/>
        </a:p>
      </dgm:t>
    </dgm:pt>
    <dgm:pt modelId="{595FF5D2-F43A-4A5F-9311-175F171A11AE}" type="sibTrans" cxnId="{3D48868D-B582-4603-9DA1-B09D103227F9}">
      <dgm:prSet/>
      <dgm:spPr/>
      <dgm:t>
        <a:bodyPr/>
        <a:lstStyle/>
        <a:p>
          <a:endParaRPr lang="en-US"/>
        </a:p>
      </dgm:t>
    </dgm:pt>
    <dgm:pt modelId="{7A19F4FF-8CB8-4666-9823-EE84D7D3F9AC}">
      <dgm:prSet/>
      <dgm:spPr/>
      <dgm:t>
        <a:bodyPr/>
        <a:lstStyle/>
        <a:p>
          <a:r>
            <a:rPr lang="en-US"/>
            <a:t>Heavy alcohol exposure</a:t>
          </a:r>
        </a:p>
      </dgm:t>
    </dgm:pt>
    <dgm:pt modelId="{3794749F-A04D-41D9-856E-DFBF73765A77}" type="parTrans" cxnId="{97EF9EC1-5589-4987-8AC9-6FD28C753D67}">
      <dgm:prSet/>
      <dgm:spPr/>
      <dgm:t>
        <a:bodyPr/>
        <a:lstStyle/>
        <a:p>
          <a:endParaRPr lang="en-US"/>
        </a:p>
      </dgm:t>
    </dgm:pt>
    <dgm:pt modelId="{CB378CE2-6A2B-452B-A470-7A2E1CE04743}" type="sibTrans" cxnId="{97EF9EC1-5589-4987-8AC9-6FD28C753D67}">
      <dgm:prSet/>
      <dgm:spPr/>
      <dgm:t>
        <a:bodyPr/>
        <a:lstStyle/>
        <a:p>
          <a:endParaRPr lang="en-US"/>
        </a:p>
      </dgm:t>
    </dgm:pt>
    <dgm:pt modelId="{3DF3CC6B-DD9C-46E2-8A2C-95D676563CFE}">
      <dgm:prSet/>
      <dgm:spPr/>
      <dgm:t>
        <a:bodyPr/>
        <a:lstStyle/>
        <a:p>
          <a:r>
            <a:rPr lang="en-US"/>
            <a:t>Pregnancy associated hyperemesis</a:t>
          </a:r>
        </a:p>
      </dgm:t>
    </dgm:pt>
    <dgm:pt modelId="{F0139A5D-F038-4FC1-84E5-530E5749D50C}" type="parTrans" cxnId="{0844CAE3-07AA-4601-AFA0-CA023D012EA3}">
      <dgm:prSet/>
      <dgm:spPr/>
      <dgm:t>
        <a:bodyPr/>
        <a:lstStyle/>
        <a:p>
          <a:endParaRPr lang="en-US"/>
        </a:p>
      </dgm:t>
    </dgm:pt>
    <dgm:pt modelId="{0030CE16-0C8C-4B47-A908-09A58BF4DD37}" type="sibTrans" cxnId="{0844CAE3-07AA-4601-AFA0-CA023D012EA3}">
      <dgm:prSet/>
      <dgm:spPr/>
      <dgm:t>
        <a:bodyPr/>
        <a:lstStyle/>
        <a:p>
          <a:endParaRPr lang="en-US"/>
        </a:p>
      </dgm:t>
    </dgm:pt>
    <dgm:pt modelId="{3A753173-1B2C-4E2B-9AFB-064A7C79C976}">
      <dgm:prSet/>
      <dgm:spPr/>
      <dgm:t>
        <a:bodyPr/>
        <a:lstStyle/>
        <a:p>
          <a:r>
            <a:rPr lang="en-US"/>
            <a:t>Eating disorders</a:t>
          </a:r>
        </a:p>
      </dgm:t>
    </dgm:pt>
    <dgm:pt modelId="{91EF6CF8-CC30-4CA1-9FF6-1E19DA7A6BA1}" type="parTrans" cxnId="{AB5D5A7B-444F-4F5A-B517-7AA1A4BE0AC4}">
      <dgm:prSet/>
      <dgm:spPr/>
      <dgm:t>
        <a:bodyPr/>
        <a:lstStyle/>
        <a:p>
          <a:endParaRPr lang="en-US"/>
        </a:p>
      </dgm:t>
    </dgm:pt>
    <dgm:pt modelId="{480EE4CE-AF11-44BA-ADC1-ABDF3102B1DA}" type="sibTrans" cxnId="{AB5D5A7B-444F-4F5A-B517-7AA1A4BE0AC4}">
      <dgm:prSet/>
      <dgm:spPr/>
      <dgm:t>
        <a:bodyPr/>
        <a:lstStyle/>
        <a:p>
          <a:endParaRPr lang="en-US"/>
        </a:p>
      </dgm:t>
    </dgm:pt>
    <dgm:pt modelId="{277BBE4A-E27B-4B4F-90E8-174B1CE07F6F}" type="pres">
      <dgm:prSet presAssocID="{4F34A32A-7181-46E8-AC03-BC25BBF8E71E}" presName="Name0" presStyleCnt="0">
        <dgm:presLayoutVars>
          <dgm:dir/>
          <dgm:animLvl val="lvl"/>
          <dgm:resizeHandles val="exact"/>
        </dgm:presLayoutVars>
      </dgm:prSet>
      <dgm:spPr/>
    </dgm:pt>
    <dgm:pt modelId="{06CF2420-535A-284B-B974-38A9CDBD0674}" type="pres">
      <dgm:prSet presAssocID="{E1AD73E0-B127-44AA-BD75-5138E0833C4D}" presName="boxAndChildren" presStyleCnt="0"/>
      <dgm:spPr/>
    </dgm:pt>
    <dgm:pt modelId="{DAAC98B0-81F1-5A43-8E11-426787F58021}" type="pres">
      <dgm:prSet presAssocID="{E1AD73E0-B127-44AA-BD75-5138E0833C4D}" presName="parentTextBox" presStyleLbl="node1" presStyleIdx="0" presStyleCnt="2"/>
      <dgm:spPr/>
    </dgm:pt>
    <dgm:pt modelId="{770C23A8-6EB0-0E4F-8B03-D8F3D8585A34}" type="pres">
      <dgm:prSet presAssocID="{E1AD73E0-B127-44AA-BD75-5138E0833C4D}" presName="entireBox" presStyleLbl="node1" presStyleIdx="0" presStyleCnt="2"/>
      <dgm:spPr/>
    </dgm:pt>
    <dgm:pt modelId="{5CB74389-8BFA-A34E-A808-1A7F4A7792AB}" type="pres">
      <dgm:prSet presAssocID="{E1AD73E0-B127-44AA-BD75-5138E0833C4D}" presName="descendantBox" presStyleCnt="0"/>
      <dgm:spPr/>
    </dgm:pt>
    <dgm:pt modelId="{CE3B6E53-6D08-7346-9D70-BEF500A79253}" type="pres">
      <dgm:prSet presAssocID="{7A19F4FF-8CB8-4666-9823-EE84D7D3F9AC}" presName="childTextBox" presStyleLbl="fgAccFollowNode1" presStyleIdx="0" presStyleCnt="3">
        <dgm:presLayoutVars>
          <dgm:bulletEnabled val="1"/>
        </dgm:presLayoutVars>
      </dgm:prSet>
      <dgm:spPr/>
    </dgm:pt>
    <dgm:pt modelId="{740BEA6C-B1EA-2D4F-9109-950080F70483}" type="pres">
      <dgm:prSet presAssocID="{3DF3CC6B-DD9C-46E2-8A2C-95D676563CFE}" presName="childTextBox" presStyleLbl="fgAccFollowNode1" presStyleIdx="1" presStyleCnt="3">
        <dgm:presLayoutVars>
          <dgm:bulletEnabled val="1"/>
        </dgm:presLayoutVars>
      </dgm:prSet>
      <dgm:spPr/>
    </dgm:pt>
    <dgm:pt modelId="{B0544D36-A9C2-3841-B3FF-A9714EA71E1B}" type="pres">
      <dgm:prSet presAssocID="{3A753173-1B2C-4E2B-9AFB-064A7C79C976}" presName="childTextBox" presStyleLbl="fgAccFollowNode1" presStyleIdx="2" presStyleCnt="3">
        <dgm:presLayoutVars>
          <dgm:bulletEnabled val="1"/>
        </dgm:presLayoutVars>
      </dgm:prSet>
      <dgm:spPr/>
    </dgm:pt>
    <dgm:pt modelId="{EEE38A19-4CF4-DF49-95DE-1B14618C7DCA}" type="pres">
      <dgm:prSet presAssocID="{F4E3D6FE-AC36-467A-98A3-691F40D8068D}" presName="sp" presStyleCnt="0"/>
      <dgm:spPr/>
    </dgm:pt>
    <dgm:pt modelId="{96306ABA-E188-1B43-9A23-14221AF2C272}" type="pres">
      <dgm:prSet presAssocID="{34F4FC46-EAF2-4F16-9F2B-DC6AD0F5A240}" presName="arrowAndChildren" presStyleCnt="0"/>
      <dgm:spPr/>
    </dgm:pt>
    <dgm:pt modelId="{2BC437AB-40B8-1648-BA61-B26645772A82}" type="pres">
      <dgm:prSet presAssocID="{34F4FC46-EAF2-4F16-9F2B-DC6AD0F5A240}" presName="parentTextArrow" presStyleLbl="node1" presStyleIdx="1" presStyleCnt="2"/>
      <dgm:spPr/>
    </dgm:pt>
  </dgm:ptLst>
  <dgm:cxnLst>
    <dgm:cxn modelId="{5417970C-CC9C-934F-89EB-B3F0329E859A}" type="presOf" srcId="{3DF3CC6B-DD9C-46E2-8A2C-95D676563CFE}" destId="{740BEA6C-B1EA-2D4F-9109-950080F70483}" srcOrd="0" destOrd="0" presId="urn:microsoft.com/office/officeart/2005/8/layout/process4"/>
    <dgm:cxn modelId="{EF036F0D-F825-084C-B3AD-5968431C080B}" type="presOf" srcId="{34F4FC46-EAF2-4F16-9F2B-DC6AD0F5A240}" destId="{2BC437AB-40B8-1648-BA61-B26645772A82}" srcOrd="0" destOrd="0" presId="urn:microsoft.com/office/officeart/2005/8/layout/process4"/>
    <dgm:cxn modelId="{71CD441E-BF9F-7B42-848E-CCF78EB01F7D}" type="presOf" srcId="{E1AD73E0-B127-44AA-BD75-5138E0833C4D}" destId="{770C23A8-6EB0-0E4F-8B03-D8F3D8585A34}" srcOrd="1" destOrd="0" presId="urn:microsoft.com/office/officeart/2005/8/layout/process4"/>
    <dgm:cxn modelId="{05F6EA2A-7385-9343-97E1-BAF28B14666A}" type="presOf" srcId="{3A753173-1B2C-4E2B-9AFB-064A7C79C976}" destId="{B0544D36-A9C2-3841-B3FF-A9714EA71E1B}" srcOrd="0" destOrd="0" presId="urn:microsoft.com/office/officeart/2005/8/layout/process4"/>
    <dgm:cxn modelId="{6AF5F350-3359-4059-B245-B4B0F13DB4D0}" srcId="{4F34A32A-7181-46E8-AC03-BC25BBF8E71E}" destId="{34F4FC46-EAF2-4F16-9F2B-DC6AD0F5A240}" srcOrd="0" destOrd="0" parTransId="{F5C08F91-EF4B-41F0-A4C4-1EC15D9F8A1F}" sibTransId="{F4E3D6FE-AC36-467A-98A3-691F40D8068D}"/>
    <dgm:cxn modelId="{AB5D5A7B-444F-4F5A-B517-7AA1A4BE0AC4}" srcId="{E1AD73E0-B127-44AA-BD75-5138E0833C4D}" destId="{3A753173-1B2C-4E2B-9AFB-064A7C79C976}" srcOrd="2" destOrd="0" parTransId="{91EF6CF8-CC30-4CA1-9FF6-1E19DA7A6BA1}" sibTransId="{480EE4CE-AF11-44BA-ADC1-ABDF3102B1DA}"/>
    <dgm:cxn modelId="{7E14FC87-79CD-374B-8AA1-F451C69A7988}" type="presOf" srcId="{4F34A32A-7181-46E8-AC03-BC25BBF8E71E}" destId="{277BBE4A-E27B-4B4F-90E8-174B1CE07F6F}" srcOrd="0" destOrd="0" presId="urn:microsoft.com/office/officeart/2005/8/layout/process4"/>
    <dgm:cxn modelId="{3D48868D-B582-4603-9DA1-B09D103227F9}" srcId="{4F34A32A-7181-46E8-AC03-BC25BBF8E71E}" destId="{E1AD73E0-B127-44AA-BD75-5138E0833C4D}" srcOrd="1" destOrd="0" parTransId="{4C966413-E9F5-4FF0-8DE7-51246E9D82EF}" sibTransId="{595FF5D2-F43A-4A5F-9311-175F171A11AE}"/>
    <dgm:cxn modelId="{97EF9EC1-5589-4987-8AC9-6FD28C753D67}" srcId="{E1AD73E0-B127-44AA-BD75-5138E0833C4D}" destId="{7A19F4FF-8CB8-4666-9823-EE84D7D3F9AC}" srcOrd="0" destOrd="0" parTransId="{3794749F-A04D-41D9-856E-DFBF73765A77}" sibTransId="{CB378CE2-6A2B-452B-A470-7A2E1CE04743}"/>
    <dgm:cxn modelId="{1342C0E1-EA15-0446-A0BE-3730A031CCBC}" type="presOf" srcId="{7A19F4FF-8CB8-4666-9823-EE84D7D3F9AC}" destId="{CE3B6E53-6D08-7346-9D70-BEF500A79253}" srcOrd="0" destOrd="0" presId="urn:microsoft.com/office/officeart/2005/8/layout/process4"/>
    <dgm:cxn modelId="{0844CAE3-07AA-4601-AFA0-CA023D012EA3}" srcId="{E1AD73E0-B127-44AA-BD75-5138E0833C4D}" destId="{3DF3CC6B-DD9C-46E2-8A2C-95D676563CFE}" srcOrd="1" destOrd="0" parTransId="{F0139A5D-F038-4FC1-84E5-530E5749D50C}" sibTransId="{0030CE16-0C8C-4B47-A908-09A58BF4DD37}"/>
    <dgm:cxn modelId="{A4B5E6EE-DA0E-BE40-95A3-6B122C9C6FC1}" type="presOf" srcId="{E1AD73E0-B127-44AA-BD75-5138E0833C4D}" destId="{DAAC98B0-81F1-5A43-8E11-426787F58021}" srcOrd="0" destOrd="0" presId="urn:microsoft.com/office/officeart/2005/8/layout/process4"/>
    <dgm:cxn modelId="{745F2956-8B7C-6E44-A23E-B9224C69A634}" type="presParOf" srcId="{277BBE4A-E27B-4B4F-90E8-174B1CE07F6F}" destId="{06CF2420-535A-284B-B974-38A9CDBD0674}" srcOrd="0" destOrd="0" presId="urn:microsoft.com/office/officeart/2005/8/layout/process4"/>
    <dgm:cxn modelId="{C3618312-1FC9-9845-B61C-72D720746EEA}" type="presParOf" srcId="{06CF2420-535A-284B-B974-38A9CDBD0674}" destId="{DAAC98B0-81F1-5A43-8E11-426787F58021}" srcOrd="0" destOrd="0" presId="urn:microsoft.com/office/officeart/2005/8/layout/process4"/>
    <dgm:cxn modelId="{32452C35-D9C1-D640-B4C0-5DF9585132CE}" type="presParOf" srcId="{06CF2420-535A-284B-B974-38A9CDBD0674}" destId="{770C23A8-6EB0-0E4F-8B03-D8F3D8585A34}" srcOrd="1" destOrd="0" presId="urn:microsoft.com/office/officeart/2005/8/layout/process4"/>
    <dgm:cxn modelId="{84FAB6C1-A583-9444-8DFF-3E89365064D9}" type="presParOf" srcId="{06CF2420-535A-284B-B974-38A9CDBD0674}" destId="{5CB74389-8BFA-A34E-A808-1A7F4A7792AB}" srcOrd="2" destOrd="0" presId="urn:microsoft.com/office/officeart/2005/8/layout/process4"/>
    <dgm:cxn modelId="{6AD8B106-388E-4449-9FF9-DBA121E6B97E}" type="presParOf" srcId="{5CB74389-8BFA-A34E-A808-1A7F4A7792AB}" destId="{CE3B6E53-6D08-7346-9D70-BEF500A79253}" srcOrd="0" destOrd="0" presId="urn:microsoft.com/office/officeart/2005/8/layout/process4"/>
    <dgm:cxn modelId="{018CEAA5-0D57-D84D-8B0B-7954BC33D68A}" type="presParOf" srcId="{5CB74389-8BFA-A34E-A808-1A7F4A7792AB}" destId="{740BEA6C-B1EA-2D4F-9109-950080F70483}" srcOrd="1" destOrd="0" presId="urn:microsoft.com/office/officeart/2005/8/layout/process4"/>
    <dgm:cxn modelId="{D5ECBDDD-8803-064A-98B7-0F8B274F3061}" type="presParOf" srcId="{5CB74389-8BFA-A34E-A808-1A7F4A7792AB}" destId="{B0544D36-A9C2-3841-B3FF-A9714EA71E1B}" srcOrd="2" destOrd="0" presId="urn:microsoft.com/office/officeart/2005/8/layout/process4"/>
    <dgm:cxn modelId="{C265C05E-29FC-B240-B58A-479527202F9C}" type="presParOf" srcId="{277BBE4A-E27B-4B4F-90E8-174B1CE07F6F}" destId="{EEE38A19-4CF4-DF49-95DE-1B14618C7DCA}" srcOrd="1" destOrd="0" presId="urn:microsoft.com/office/officeart/2005/8/layout/process4"/>
    <dgm:cxn modelId="{5C94848A-3BDC-F845-A578-F58A250C0D7F}" type="presParOf" srcId="{277BBE4A-E27B-4B4F-90E8-174B1CE07F6F}" destId="{96306ABA-E188-1B43-9A23-14221AF2C272}" srcOrd="2" destOrd="0" presId="urn:microsoft.com/office/officeart/2005/8/layout/process4"/>
    <dgm:cxn modelId="{02645887-A585-0041-968B-E67E59A34017}" type="presParOf" srcId="{96306ABA-E188-1B43-9A23-14221AF2C272}" destId="{2BC437AB-40B8-1648-BA61-B26645772A8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C7110DCF-BE8B-413A-A57D-29AEE7E6183C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AC02A95-D53E-44E8-A963-F841342D4505}">
      <dgm:prSet/>
      <dgm:spPr/>
      <dgm:t>
        <a:bodyPr/>
        <a:lstStyle/>
        <a:p>
          <a:r>
            <a:rPr lang="en-US"/>
            <a:t>EGD</a:t>
          </a:r>
        </a:p>
      </dgm:t>
    </dgm:pt>
    <dgm:pt modelId="{E3B24CD2-F091-4479-99D0-5CF6B23032FF}" type="parTrans" cxnId="{A46DA234-F727-45E1-8F2F-47933E0FA972}">
      <dgm:prSet/>
      <dgm:spPr/>
      <dgm:t>
        <a:bodyPr/>
        <a:lstStyle/>
        <a:p>
          <a:endParaRPr lang="en-US"/>
        </a:p>
      </dgm:t>
    </dgm:pt>
    <dgm:pt modelId="{C2AA8757-0014-4C3B-B879-B27AF0053F4D}" type="sibTrans" cxnId="{A46DA234-F727-45E1-8F2F-47933E0FA972}">
      <dgm:prSet/>
      <dgm:spPr/>
      <dgm:t>
        <a:bodyPr/>
        <a:lstStyle/>
        <a:p>
          <a:endParaRPr lang="en-US"/>
        </a:p>
      </dgm:t>
    </dgm:pt>
    <dgm:pt modelId="{A926AF57-ABAF-451B-9C1E-26732865E46D}">
      <dgm:prSet/>
      <dgm:spPr/>
      <dgm:t>
        <a:bodyPr/>
        <a:lstStyle/>
        <a:p>
          <a:r>
            <a:rPr lang="en-US"/>
            <a:t>Tx:</a:t>
          </a:r>
        </a:p>
      </dgm:t>
    </dgm:pt>
    <dgm:pt modelId="{3AECCE05-4B97-4F71-92AB-6EE004E3094D}" type="parTrans" cxnId="{A6031C4D-44F0-4507-91F5-AF9D6299926D}">
      <dgm:prSet/>
      <dgm:spPr/>
      <dgm:t>
        <a:bodyPr/>
        <a:lstStyle/>
        <a:p>
          <a:endParaRPr lang="en-US"/>
        </a:p>
      </dgm:t>
    </dgm:pt>
    <dgm:pt modelId="{C8E5B288-DA6C-4E96-B206-4D73A825E650}" type="sibTrans" cxnId="{A6031C4D-44F0-4507-91F5-AF9D6299926D}">
      <dgm:prSet/>
      <dgm:spPr/>
      <dgm:t>
        <a:bodyPr/>
        <a:lstStyle/>
        <a:p>
          <a:endParaRPr lang="en-US"/>
        </a:p>
      </dgm:t>
    </dgm:pt>
    <dgm:pt modelId="{B48FCA1E-F8D4-4818-BB63-2C34BC1F2942}">
      <dgm:prSet/>
      <dgm:spPr/>
      <dgm:t>
        <a:bodyPr/>
        <a:lstStyle/>
        <a:p>
          <a:r>
            <a:rPr lang="en-US"/>
            <a:t>Supportive care + PPI</a:t>
          </a:r>
        </a:p>
      </dgm:t>
    </dgm:pt>
    <dgm:pt modelId="{3A9D31EB-FBC4-45A9-AC66-440159FBBF33}" type="parTrans" cxnId="{9F36A512-8A65-41D4-AEE8-C597A0313E1A}">
      <dgm:prSet/>
      <dgm:spPr/>
      <dgm:t>
        <a:bodyPr/>
        <a:lstStyle/>
        <a:p>
          <a:endParaRPr lang="en-US"/>
        </a:p>
      </dgm:t>
    </dgm:pt>
    <dgm:pt modelId="{57E76B01-C5B6-4C98-A225-B7BB6D737AAA}" type="sibTrans" cxnId="{9F36A512-8A65-41D4-AEE8-C597A0313E1A}">
      <dgm:prSet/>
      <dgm:spPr/>
      <dgm:t>
        <a:bodyPr/>
        <a:lstStyle/>
        <a:p>
          <a:endParaRPr lang="en-US"/>
        </a:p>
      </dgm:t>
    </dgm:pt>
    <dgm:pt modelId="{2C00C289-CF19-4704-90FF-5A0D3E4C8E35}">
      <dgm:prSet/>
      <dgm:spPr/>
      <dgm:t>
        <a:bodyPr/>
        <a:lstStyle/>
        <a:p>
          <a:r>
            <a:rPr lang="en-US"/>
            <a:t>EGD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endoscopic clipping, thermal therapy</a:t>
          </a:r>
        </a:p>
      </dgm:t>
    </dgm:pt>
    <dgm:pt modelId="{18A9B0CB-D42E-431B-80A3-543AC367D573}" type="parTrans" cxnId="{D6E73477-8B78-423C-8BB4-18221B15AE89}">
      <dgm:prSet/>
      <dgm:spPr/>
      <dgm:t>
        <a:bodyPr/>
        <a:lstStyle/>
        <a:p>
          <a:endParaRPr lang="en-US"/>
        </a:p>
      </dgm:t>
    </dgm:pt>
    <dgm:pt modelId="{1C0D296E-C9FE-4E16-ACB7-09EB4BAD973E}" type="sibTrans" cxnId="{D6E73477-8B78-423C-8BB4-18221B15AE89}">
      <dgm:prSet/>
      <dgm:spPr/>
      <dgm:t>
        <a:bodyPr/>
        <a:lstStyle/>
        <a:p>
          <a:endParaRPr lang="en-US"/>
        </a:p>
      </dgm:t>
    </dgm:pt>
    <dgm:pt modelId="{0C94A4C7-E4F7-404A-AD61-50FDBECDA268}" type="pres">
      <dgm:prSet presAssocID="{C7110DCF-BE8B-413A-A57D-29AEE7E6183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252C0E2-7409-DE4A-B48F-1F3E133911E3}" type="pres">
      <dgm:prSet presAssocID="{3AC02A95-D53E-44E8-A963-F841342D4505}" presName="root1" presStyleCnt="0"/>
      <dgm:spPr/>
    </dgm:pt>
    <dgm:pt modelId="{8DE9A318-1DA9-F24B-8807-AD0B7CCA9EF8}" type="pres">
      <dgm:prSet presAssocID="{3AC02A95-D53E-44E8-A963-F841342D4505}" presName="LevelOneTextNode" presStyleLbl="node0" presStyleIdx="0" presStyleCnt="2">
        <dgm:presLayoutVars>
          <dgm:chPref val="3"/>
        </dgm:presLayoutVars>
      </dgm:prSet>
      <dgm:spPr/>
    </dgm:pt>
    <dgm:pt modelId="{6F56C790-A792-5C4A-809D-2B327E516F5E}" type="pres">
      <dgm:prSet presAssocID="{3AC02A95-D53E-44E8-A963-F841342D4505}" presName="level2hierChild" presStyleCnt="0"/>
      <dgm:spPr/>
    </dgm:pt>
    <dgm:pt modelId="{54851B6A-3BE1-E048-ADFE-682D71565D5F}" type="pres">
      <dgm:prSet presAssocID="{A926AF57-ABAF-451B-9C1E-26732865E46D}" presName="root1" presStyleCnt="0"/>
      <dgm:spPr/>
    </dgm:pt>
    <dgm:pt modelId="{B78D185D-0C0B-E945-98E7-DCD94376CDF4}" type="pres">
      <dgm:prSet presAssocID="{A926AF57-ABAF-451B-9C1E-26732865E46D}" presName="LevelOneTextNode" presStyleLbl="node0" presStyleIdx="1" presStyleCnt="2">
        <dgm:presLayoutVars>
          <dgm:chPref val="3"/>
        </dgm:presLayoutVars>
      </dgm:prSet>
      <dgm:spPr/>
    </dgm:pt>
    <dgm:pt modelId="{5BBA4556-AA65-194A-A560-7CCBC02A243A}" type="pres">
      <dgm:prSet presAssocID="{A926AF57-ABAF-451B-9C1E-26732865E46D}" presName="level2hierChild" presStyleCnt="0"/>
      <dgm:spPr/>
    </dgm:pt>
    <dgm:pt modelId="{9068BF1E-074E-D74C-8D2E-E2C44A31F844}" type="pres">
      <dgm:prSet presAssocID="{3A9D31EB-FBC4-45A9-AC66-440159FBBF33}" presName="conn2-1" presStyleLbl="parChTrans1D2" presStyleIdx="0" presStyleCnt="2"/>
      <dgm:spPr/>
    </dgm:pt>
    <dgm:pt modelId="{AC426FB0-9E93-BC44-9D8A-B18A72962E14}" type="pres">
      <dgm:prSet presAssocID="{3A9D31EB-FBC4-45A9-AC66-440159FBBF33}" presName="connTx" presStyleLbl="parChTrans1D2" presStyleIdx="0" presStyleCnt="2"/>
      <dgm:spPr/>
    </dgm:pt>
    <dgm:pt modelId="{4E6F3A25-2F2C-1148-B5D2-6715E016E9DD}" type="pres">
      <dgm:prSet presAssocID="{B48FCA1E-F8D4-4818-BB63-2C34BC1F2942}" presName="root2" presStyleCnt="0"/>
      <dgm:spPr/>
    </dgm:pt>
    <dgm:pt modelId="{A19ABF16-5C2B-4540-80B0-A86697040D15}" type="pres">
      <dgm:prSet presAssocID="{B48FCA1E-F8D4-4818-BB63-2C34BC1F2942}" presName="LevelTwoTextNode" presStyleLbl="node2" presStyleIdx="0" presStyleCnt="2">
        <dgm:presLayoutVars>
          <dgm:chPref val="3"/>
        </dgm:presLayoutVars>
      </dgm:prSet>
      <dgm:spPr/>
    </dgm:pt>
    <dgm:pt modelId="{4028CB5D-D15A-B34A-A14A-1B6202E2E564}" type="pres">
      <dgm:prSet presAssocID="{B48FCA1E-F8D4-4818-BB63-2C34BC1F2942}" presName="level3hierChild" presStyleCnt="0"/>
      <dgm:spPr/>
    </dgm:pt>
    <dgm:pt modelId="{8F8DF7A3-B354-CE40-B0DB-FC2FD9255878}" type="pres">
      <dgm:prSet presAssocID="{18A9B0CB-D42E-431B-80A3-543AC367D573}" presName="conn2-1" presStyleLbl="parChTrans1D2" presStyleIdx="1" presStyleCnt="2"/>
      <dgm:spPr/>
    </dgm:pt>
    <dgm:pt modelId="{841053EB-DE87-3649-AB92-B5405483F323}" type="pres">
      <dgm:prSet presAssocID="{18A9B0CB-D42E-431B-80A3-543AC367D573}" presName="connTx" presStyleLbl="parChTrans1D2" presStyleIdx="1" presStyleCnt="2"/>
      <dgm:spPr/>
    </dgm:pt>
    <dgm:pt modelId="{D3250118-3C0E-8D46-803B-E07E3E492609}" type="pres">
      <dgm:prSet presAssocID="{2C00C289-CF19-4704-90FF-5A0D3E4C8E35}" presName="root2" presStyleCnt="0"/>
      <dgm:spPr/>
    </dgm:pt>
    <dgm:pt modelId="{476E07BB-40AE-5F44-9976-87F74EC2D184}" type="pres">
      <dgm:prSet presAssocID="{2C00C289-CF19-4704-90FF-5A0D3E4C8E35}" presName="LevelTwoTextNode" presStyleLbl="node2" presStyleIdx="1" presStyleCnt="2">
        <dgm:presLayoutVars>
          <dgm:chPref val="3"/>
        </dgm:presLayoutVars>
      </dgm:prSet>
      <dgm:spPr/>
    </dgm:pt>
    <dgm:pt modelId="{6CC00812-DB04-B14E-8A6B-8899B8A61AFE}" type="pres">
      <dgm:prSet presAssocID="{2C00C289-CF19-4704-90FF-5A0D3E4C8E35}" presName="level3hierChild" presStyleCnt="0"/>
      <dgm:spPr/>
    </dgm:pt>
  </dgm:ptLst>
  <dgm:cxnLst>
    <dgm:cxn modelId="{8113910B-1425-3F41-AE5D-EC37E69C06FE}" type="presOf" srcId="{2C00C289-CF19-4704-90FF-5A0D3E4C8E35}" destId="{476E07BB-40AE-5F44-9976-87F74EC2D184}" srcOrd="0" destOrd="0" presId="urn:microsoft.com/office/officeart/2005/8/layout/hierarchy2"/>
    <dgm:cxn modelId="{9F36A512-8A65-41D4-AEE8-C597A0313E1A}" srcId="{A926AF57-ABAF-451B-9C1E-26732865E46D}" destId="{B48FCA1E-F8D4-4818-BB63-2C34BC1F2942}" srcOrd="0" destOrd="0" parTransId="{3A9D31EB-FBC4-45A9-AC66-440159FBBF33}" sibTransId="{57E76B01-C5B6-4C98-A225-B7BB6D737AAA}"/>
    <dgm:cxn modelId="{98B68624-135A-4C4D-9B26-DAE0EB6064D0}" type="presOf" srcId="{18A9B0CB-D42E-431B-80A3-543AC367D573}" destId="{8F8DF7A3-B354-CE40-B0DB-FC2FD9255878}" srcOrd="0" destOrd="0" presId="urn:microsoft.com/office/officeart/2005/8/layout/hierarchy2"/>
    <dgm:cxn modelId="{A46DA234-F727-45E1-8F2F-47933E0FA972}" srcId="{C7110DCF-BE8B-413A-A57D-29AEE7E6183C}" destId="{3AC02A95-D53E-44E8-A963-F841342D4505}" srcOrd="0" destOrd="0" parTransId="{E3B24CD2-F091-4479-99D0-5CF6B23032FF}" sibTransId="{C2AA8757-0014-4C3B-B879-B27AF0053F4D}"/>
    <dgm:cxn modelId="{F5AAA43E-291A-744B-B3DA-E557CC0CAB9B}" type="presOf" srcId="{3A9D31EB-FBC4-45A9-AC66-440159FBBF33}" destId="{9068BF1E-074E-D74C-8D2E-E2C44A31F844}" srcOrd="0" destOrd="0" presId="urn:microsoft.com/office/officeart/2005/8/layout/hierarchy2"/>
    <dgm:cxn modelId="{A6031C4D-44F0-4507-91F5-AF9D6299926D}" srcId="{C7110DCF-BE8B-413A-A57D-29AEE7E6183C}" destId="{A926AF57-ABAF-451B-9C1E-26732865E46D}" srcOrd="1" destOrd="0" parTransId="{3AECCE05-4B97-4F71-92AB-6EE004E3094D}" sibTransId="{C8E5B288-DA6C-4E96-B206-4D73A825E650}"/>
    <dgm:cxn modelId="{D7187470-008D-B649-BCAF-0224C2004410}" type="presOf" srcId="{A926AF57-ABAF-451B-9C1E-26732865E46D}" destId="{B78D185D-0C0B-E945-98E7-DCD94376CDF4}" srcOrd="0" destOrd="0" presId="urn:microsoft.com/office/officeart/2005/8/layout/hierarchy2"/>
    <dgm:cxn modelId="{D6E73477-8B78-423C-8BB4-18221B15AE89}" srcId="{A926AF57-ABAF-451B-9C1E-26732865E46D}" destId="{2C00C289-CF19-4704-90FF-5A0D3E4C8E35}" srcOrd="1" destOrd="0" parTransId="{18A9B0CB-D42E-431B-80A3-543AC367D573}" sibTransId="{1C0D296E-C9FE-4E16-ACB7-09EB4BAD973E}"/>
    <dgm:cxn modelId="{9A286E90-6584-D949-9405-68974989D10D}" type="presOf" srcId="{3AC02A95-D53E-44E8-A963-F841342D4505}" destId="{8DE9A318-1DA9-F24B-8807-AD0B7CCA9EF8}" srcOrd="0" destOrd="0" presId="urn:microsoft.com/office/officeart/2005/8/layout/hierarchy2"/>
    <dgm:cxn modelId="{0DFD1FA9-1D51-7441-ABCF-96317E9171E5}" type="presOf" srcId="{B48FCA1E-F8D4-4818-BB63-2C34BC1F2942}" destId="{A19ABF16-5C2B-4540-80B0-A86697040D15}" srcOrd="0" destOrd="0" presId="urn:microsoft.com/office/officeart/2005/8/layout/hierarchy2"/>
    <dgm:cxn modelId="{FD5406C1-2A5A-FD45-8511-784DF0C77EF2}" type="presOf" srcId="{C7110DCF-BE8B-413A-A57D-29AEE7E6183C}" destId="{0C94A4C7-E4F7-404A-AD61-50FDBECDA268}" srcOrd="0" destOrd="0" presId="urn:microsoft.com/office/officeart/2005/8/layout/hierarchy2"/>
    <dgm:cxn modelId="{BEEB31FE-6525-6440-B8B8-8792B119175D}" type="presOf" srcId="{3A9D31EB-FBC4-45A9-AC66-440159FBBF33}" destId="{AC426FB0-9E93-BC44-9D8A-B18A72962E14}" srcOrd="1" destOrd="0" presId="urn:microsoft.com/office/officeart/2005/8/layout/hierarchy2"/>
    <dgm:cxn modelId="{746EDCFE-A7FE-4D4A-8F66-824E7D49E9AA}" type="presOf" srcId="{18A9B0CB-D42E-431B-80A3-543AC367D573}" destId="{841053EB-DE87-3649-AB92-B5405483F323}" srcOrd="1" destOrd="0" presId="urn:microsoft.com/office/officeart/2005/8/layout/hierarchy2"/>
    <dgm:cxn modelId="{AF42664E-2CE7-F74B-9FAF-6EB977FA7BBD}" type="presParOf" srcId="{0C94A4C7-E4F7-404A-AD61-50FDBECDA268}" destId="{E252C0E2-7409-DE4A-B48F-1F3E133911E3}" srcOrd="0" destOrd="0" presId="urn:microsoft.com/office/officeart/2005/8/layout/hierarchy2"/>
    <dgm:cxn modelId="{AC37B2A7-0B94-264F-BEC0-6A79DD6DE016}" type="presParOf" srcId="{E252C0E2-7409-DE4A-B48F-1F3E133911E3}" destId="{8DE9A318-1DA9-F24B-8807-AD0B7CCA9EF8}" srcOrd="0" destOrd="0" presId="urn:microsoft.com/office/officeart/2005/8/layout/hierarchy2"/>
    <dgm:cxn modelId="{D94EDDB8-81D9-7C46-8CF7-74BCFA2E62DD}" type="presParOf" srcId="{E252C0E2-7409-DE4A-B48F-1F3E133911E3}" destId="{6F56C790-A792-5C4A-809D-2B327E516F5E}" srcOrd="1" destOrd="0" presId="urn:microsoft.com/office/officeart/2005/8/layout/hierarchy2"/>
    <dgm:cxn modelId="{99EE6E56-9E45-B341-9E64-C1F86FDD3664}" type="presParOf" srcId="{0C94A4C7-E4F7-404A-AD61-50FDBECDA268}" destId="{54851B6A-3BE1-E048-ADFE-682D71565D5F}" srcOrd="1" destOrd="0" presId="urn:microsoft.com/office/officeart/2005/8/layout/hierarchy2"/>
    <dgm:cxn modelId="{B28C77A5-243B-144E-A1E0-567CD46063CF}" type="presParOf" srcId="{54851B6A-3BE1-E048-ADFE-682D71565D5F}" destId="{B78D185D-0C0B-E945-98E7-DCD94376CDF4}" srcOrd="0" destOrd="0" presId="urn:microsoft.com/office/officeart/2005/8/layout/hierarchy2"/>
    <dgm:cxn modelId="{664ABA6F-046A-974F-A18D-D2B971E1805D}" type="presParOf" srcId="{54851B6A-3BE1-E048-ADFE-682D71565D5F}" destId="{5BBA4556-AA65-194A-A560-7CCBC02A243A}" srcOrd="1" destOrd="0" presId="urn:microsoft.com/office/officeart/2005/8/layout/hierarchy2"/>
    <dgm:cxn modelId="{25D92C7E-77D4-614D-BC21-3894AEB15258}" type="presParOf" srcId="{5BBA4556-AA65-194A-A560-7CCBC02A243A}" destId="{9068BF1E-074E-D74C-8D2E-E2C44A31F844}" srcOrd="0" destOrd="0" presId="urn:microsoft.com/office/officeart/2005/8/layout/hierarchy2"/>
    <dgm:cxn modelId="{16805E9E-357D-E840-B229-07D60C5E848B}" type="presParOf" srcId="{9068BF1E-074E-D74C-8D2E-E2C44A31F844}" destId="{AC426FB0-9E93-BC44-9D8A-B18A72962E14}" srcOrd="0" destOrd="0" presId="urn:microsoft.com/office/officeart/2005/8/layout/hierarchy2"/>
    <dgm:cxn modelId="{02929588-4FC7-E149-AB91-6B107F28A0EF}" type="presParOf" srcId="{5BBA4556-AA65-194A-A560-7CCBC02A243A}" destId="{4E6F3A25-2F2C-1148-B5D2-6715E016E9DD}" srcOrd="1" destOrd="0" presId="urn:microsoft.com/office/officeart/2005/8/layout/hierarchy2"/>
    <dgm:cxn modelId="{4CCAD61E-E449-AD41-B95C-648A3FB67404}" type="presParOf" srcId="{4E6F3A25-2F2C-1148-B5D2-6715E016E9DD}" destId="{A19ABF16-5C2B-4540-80B0-A86697040D15}" srcOrd="0" destOrd="0" presId="urn:microsoft.com/office/officeart/2005/8/layout/hierarchy2"/>
    <dgm:cxn modelId="{75B1B1F1-2CA8-F84D-8411-6AB47C61C149}" type="presParOf" srcId="{4E6F3A25-2F2C-1148-B5D2-6715E016E9DD}" destId="{4028CB5D-D15A-B34A-A14A-1B6202E2E564}" srcOrd="1" destOrd="0" presId="urn:microsoft.com/office/officeart/2005/8/layout/hierarchy2"/>
    <dgm:cxn modelId="{B986E9DE-572E-F24F-902D-64B08296D090}" type="presParOf" srcId="{5BBA4556-AA65-194A-A560-7CCBC02A243A}" destId="{8F8DF7A3-B354-CE40-B0DB-FC2FD9255878}" srcOrd="2" destOrd="0" presId="urn:microsoft.com/office/officeart/2005/8/layout/hierarchy2"/>
    <dgm:cxn modelId="{AC066936-B1E0-0D4B-99B6-D6D26CF27304}" type="presParOf" srcId="{8F8DF7A3-B354-CE40-B0DB-FC2FD9255878}" destId="{841053EB-DE87-3649-AB92-B5405483F323}" srcOrd="0" destOrd="0" presId="urn:microsoft.com/office/officeart/2005/8/layout/hierarchy2"/>
    <dgm:cxn modelId="{8B89C8F8-A8D0-0949-81CE-5DAB355CD12E}" type="presParOf" srcId="{5BBA4556-AA65-194A-A560-7CCBC02A243A}" destId="{D3250118-3C0E-8D46-803B-E07E3E492609}" srcOrd="3" destOrd="0" presId="urn:microsoft.com/office/officeart/2005/8/layout/hierarchy2"/>
    <dgm:cxn modelId="{02E5C53E-2F74-9C4F-AE8B-BCF78B6E3E10}" type="presParOf" srcId="{D3250118-3C0E-8D46-803B-E07E3E492609}" destId="{476E07BB-40AE-5F44-9976-87F74EC2D184}" srcOrd="0" destOrd="0" presId="urn:microsoft.com/office/officeart/2005/8/layout/hierarchy2"/>
    <dgm:cxn modelId="{F1E37295-9DB8-E341-A872-727C7054EA2D}" type="presParOf" srcId="{D3250118-3C0E-8D46-803B-E07E3E492609}" destId="{6CC00812-DB04-B14E-8A6B-8899B8A61AF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3A2C38EF-BC02-4B06-BACF-0C1B3E64E18D}" type="doc">
      <dgm:prSet loTypeId="urn:microsoft.com/office/officeart/2005/8/layout/hierarchy3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D8272DD-1ADF-4872-B713-051B46F1A35B}">
      <dgm:prSet/>
      <dgm:spPr/>
      <dgm:t>
        <a:bodyPr/>
        <a:lstStyle/>
        <a:p>
          <a:r>
            <a:rPr lang="en-US"/>
            <a:t>Full thickness tear with esophageal perforation</a:t>
          </a:r>
        </a:p>
      </dgm:t>
    </dgm:pt>
    <dgm:pt modelId="{FBF0A40E-4DE6-4B87-BC7C-37FAD119C668}" type="parTrans" cxnId="{D92C355F-D9D5-427F-AF8C-09AD7200015A}">
      <dgm:prSet/>
      <dgm:spPr/>
      <dgm:t>
        <a:bodyPr/>
        <a:lstStyle/>
        <a:p>
          <a:endParaRPr lang="en-US"/>
        </a:p>
      </dgm:t>
    </dgm:pt>
    <dgm:pt modelId="{7FCC043A-633F-4A97-9DD5-EF9FCCE12871}" type="sibTrans" cxnId="{D92C355F-D9D5-427F-AF8C-09AD7200015A}">
      <dgm:prSet/>
      <dgm:spPr/>
      <dgm:t>
        <a:bodyPr/>
        <a:lstStyle/>
        <a:p>
          <a:endParaRPr lang="en-US"/>
        </a:p>
      </dgm:t>
    </dgm:pt>
    <dgm:pt modelId="{9D023B97-4376-4964-80A0-FF2D92BBB1B3}">
      <dgm:prSet/>
      <dgm:spPr/>
      <dgm:t>
        <a:bodyPr/>
        <a:lstStyle/>
        <a:p>
          <a:r>
            <a:rPr lang="en-US"/>
            <a:t>Chest pain, mediastinitis, systemic symptoms </a:t>
          </a:r>
        </a:p>
      </dgm:t>
    </dgm:pt>
    <dgm:pt modelId="{8D9A0D50-B7EF-42E5-9ED9-4A940C381872}" type="parTrans" cxnId="{0383D620-0797-4E75-8FB3-D3ECD0D2017F}">
      <dgm:prSet/>
      <dgm:spPr/>
      <dgm:t>
        <a:bodyPr/>
        <a:lstStyle/>
        <a:p>
          <a:endParaRPr lang="en-US"/>
        </a:p>
      </dgm:t>
    </dgm:pt>
    <dgm:pt modelId="{67F282F9-0BC2-4C5D-8734-3626AEFF0380}" type="sibTrans" cxnId="{0383D620-0797-4E75-8FB3-D3ECD0D2017F}">
      <dgm:prSet/>
      <dgm:spPr/>
      <dgm:t>
        <a:bodyPr/>
        <a:lstStyle/>
        <a:p>
          <a:endParaRPr lang="en-US"/>
        </a:p>
      </dgm:t>
    </dgm:pt>
    <dgm:pt modelId="{904F295B-7D00-462D-81CB-74D9564DF435}">
      <dgm:prSet/>
      <dgm:spPr/>
      <dgm:t>
        <a:bodyPr/>
        <a:lstStyle/>
        <a:p>
          <a:r>
            <a:rPr lang="en-US"/>
            <a:t>GI Emergency! </a:t>
          </a:r>
        </a:p>
      </dgm:t>
    </dgm:pt>
    <dgm:pt modelId="{65357795-150C-451E-B211-0785889A7CAC}" type="parTrans" cxnId="{55DBD17E-DCAF-4CD3-B855-8B2DA7095685}">
      <dgm:prSet/>
      <dgm:spPr/>
      <dgm:t>
        <a:bodyPr/>
        <a:lstStyle/>
        <a:p>
          <a:endParaRPr lang="en-US"/>
        </a:p>
      </dgm:t>
    </dgm:pt>
    <dgm:pt modelId="{9CF67CB9-5757-4FCB-B934-6C8B9EB8D548}" type="sibTrans" cxnId="{55DBD17E-DCAF-4CD3-B855-8B2DA7095685}">
      <dgm:prSet/>
      <dgm:spPr/>
      <dgm:t>
        <a:bodyPr/>
        <a:lstStyle/>
        <a:p>
          <a:endParaRPr lang="en-US"/>
        </a:p>
      </dgm:t>
    </dgm:pt>
    <dgm:pt modelId="{BDCB1290-015C-5A44-9B0B-58EC42E16EDC}" type="pres">
      <dgm:prSet presAssocID="{3A2C38EF-BC02-4B06-BACF-0C1B3E64E18D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A3CD4C7-6D38-BA46-8CA5-FC8A4072089D}" type="pres">
      <dgm:prSet presAssocID="{AD8272DD-1ADF-4872-B713-051B46F1A35B}" presName="root" presStyleCnt="0"/>
      <dgm:spPr/>
    </dgm:pt>
    <dgm:pt modelId="{60EBB5DB-DDC8-B64E-8483-C0795197D4C1}" type="pres">
      <dgm:prSet presAssocID="{AD8272DD-1ADF-4872-B713-051B46F1A35B}" presName="rootComposite" presStyleCnt="0"/>
      <dgm:spPr/>
    </dgm:pt>
    <dgm:pt modelId="{BF4B922F-CE6F-9E41-BF41-688277ABBCF2}" type="pres">
      <dgm:prSet presAssocID="{AD8272DD-1ADF-4872-B713-051B46F1A35B}" presName="rootText" presStyleLbl="node1" presStyleIdx="0" presStyleCnt="2"/>
      <dgm:spPr/>
    </dgm:pt>
    <dgm:pt modelId="{A13ABA46-41F3-0F43-8423-9660CD263690}" type="pres">
      <dgm:prSet presAssocID="{AD8272DD-1ADF-4872-B713-051B46F1A35B}" presName="rootConnector" presStyleLbl="node1" presStyleIdx="0" presStyleCnt="2"/>
      <dgm:spPr/>
    </dgm:pt>
    <dgm:pt modelId="{96B08BFE-D7D2-DA4A-A7A1-D2BF6766F46F}" type="pres">
      <dgm:prSet presAssocID="{AD8272DD-1ADF-4872-B713-051B46F1A35B}" presName="childShape" presStyleCnt="0"/>
      <dgm:spPr/>
    </dgm:pt>
    <dgm:pt modelId="{19B1CA1F-3AAE-2A40-87B8-2EAA4F7EC871}" type="pres">
      <dgm:prSet presAssocID="{8D9A0D50-B7EF-42E5-9ED9-4A940C381872}" presName="Name13" presStyleLbl="parChTrans1D2" presStyleIdx="0" presStyleCnt="1"/>
      <dgm:spPr/>
    </dgm:pt>
    <dgm:pt modelId="{ACA7018C-16DB-5C42-9E2F-DF18FB0769FC}" type="pres">
      <dgm:prSet presAssocID="{9D023B97-4376-4964-80A0-FF2D92BBB1B3}" presName="childText" presStyleLbl="bgAcc1" presStyleIdx="0" presStyleCnt="1">
        <dgm:presLayoutVars>
          <dgm:bulletEnabled val="1"/>
        </dgm:presLayoutVars>
      </dgm:prSet>
      <dgm:spPr/>
    </dgm:pt>
    <dgm:pt modelId="{890EDE4C-4982-9D43-AAA5-D52FB1D182C1}" type="pres">
      <dgm:prSet presAssocID="{904F295B-7D00-462D-81CB-74D9564DF435}" presName="root" presStyleCnt="0"/>
      <dgm:spPr/>
    </dgm:pt>
    <dgm:pt modelId="{3331AF49-BB4B-6347-9EA4-03FA1D0102EC}" type="pres">
      <dgm:prSet presAssocID="{904F295B-7D00-462D-81CB-74D9564DF435}" presName="rootComposite" presStyleCnt="0"/>
      <dgm:spPr/>
    </dgm:pt>
    <dgm:pt modelId="{761C53E9-1255-1642-9ABB-7C161B5B9BEE}" type="pres">
      <dgm:prSet presAssocID="{904F295B-7D00-462D-81CB-74D9564DF435}" presName="rootText" presStyleLbl="node1" presStyleIdx="1" presStyleCnt="2"/>
      <dgm:spPr/>
    </dgm:pt>
    <dgm:pt modelId="{158276A9-DF88-6C40-BAA1-17E7D997EC14}" type="pres">
      <dgm:prSet presAssocID="{904F295B-7D00-462D-81CB-74D9564DF435}" presName="rootConnector" presStyleLbl="node1" presStyleIdx="1" presStyleCnt="2"/>
      <dgm:spPr/>
    </dgm:pt>
    <dgm:pt modelId="{4DFCBD73-8AF1-3942-8A11-639562F7F186}" type="pres">
      <dgm:prSet presAssocID="{904F295B-7D00-462D-81CB-74D9564DF435}" presName="childShape" presStyleCnt="0"/>
      <dgm:spPr/>
    </dgm:pt>
  </dgm:ptLst>
  <dgm:cxnLst>
    <dgm:cxn modelId="{0383D620-0797-4E75-8FB3-D3ECD0D2017F}" srcId="{AD8272DD-1ADF-4872-B713-051B46F1A35B}" destId="{9D023B97-4376-4964-80A0-FF2D92BBB1B3}" srcOrd="0" destOrd="0" parTransId="{8D9A0D50-B7EF-42E5-9ED9-4A940C381872}" sibTransId="{67F282F9-0BC2-4C5D-8734-3626AEFF0380}"/>
    <dgm:cxn modelId="{D92C355F-D9D5-427F-AF8C-09AD7200015A}" srcId="{3A2C38EF-BC02-4B06-BACF-0C1B3E64E18D}" destId="{AD8272DD-1ADF-4872-B713-051B46F1A35B}" srcOrd="0" destOrd="0" parTransId="{FBF0A40E-4DE6-4B87-BC7C-37FAD119C668}" sibTransId="{7FCC043A-633F-4A97-9DD5-EF9FCCE12871}"/>
    <dgm:cxn modelId="{48A09864-E51B-D949-A741-8E86D6D45E8A}" type="presOf" srcId="{8D9A0D50-B7EF-42E5-9ED9-4A940C381872}" destId="{19B1CA1F-3AAE-2A40-87B8-2EAA4F7EC871}" srcOrd="0" destOrd="0" presId="urn:microsoft.com/office/officeart/2005/8/layout/hierarchy3"/>
    <dgm:cxn modelId="{C792F076-FCBF-134F-AB12-A7665D7DED68}" type="presOf" srcId="{904F295B-7D00-462D-81CB-74D9564DF435}" destId="{158276A9-DF88-6C40-BAA1-17E7D997EC14}" srcOrd="1" destOrd="0" presId="urn:microsoft.com/office/officeart/2005/8/layout/hierarchy3"/>
    <dgm:cxn modelId="{55DBD17E-DCAF-4CD3-B855-8B2DA7095685}" srcId="{3A2C38EF-BC02-4B06-BACF-0C1B3E64E18D}" destId="{904F295B-7D00-462D-81CB-74D9564DF435}" srcOrd="1" destOrd="0" parTransId="{65357795-150C-451E-B211-0785889A7CAC}" sibTransId="{9CF67CB9-5757-4FCB-B934-6C8B9EB8D548}"/>
    <dgm:cxn modelId="{22DF5FBD-6599-6440-A17E-2E5BCA2E1D25}" type="presOf" srcId="{AD8272DD-1ADF-4872-B713-051B46F1A35B}" destId="{A13ABA46-41F3-0F43-8423-9660CD263690}" srcOrd="1" destOrd="0" presId="urn:microsoft.com/office/officeart/2005/8/layout/hierarchy3"/>
    <dgm:cxn modelId="{7D4962D4-8A63-3649-9EA1-AA05ECBA579D}" type="presOf" srcId="{3A2C38EF-BC02-4B06-BACF-0C1B3E64E18D}" destId="{BDCB1290-015C-5A44-9B0B-58EC42E16EDC}" srcOrd="0" destOrd="0" presId="urn:microsoft.com/office/officeart/2005/8/layout/hierarchy3"/>
    <dgm:cxn modelId="{13F69EDE-EEC8-1A4A-991B-0AB590F89BF6}" type="presOf" srcId="{AD8272DD-1ADF-4872-B713-051B46F1A35B}" destId="{BF4B922F-CE6F-9E41-BF41-688277ABBCF2}" srcOrd="0" destOrd="0" presId="urn:microsoft.com/office/officeart/2005/8/layout/hierarchy3"/>
    <dgm:cxn modelId="{8FFC76E4-2AE3-3A4F-86AE-721F202AA7CD}" type="presOf" srcId="{904F295B-7D00-462D-81CB-74D9564DF435}" destId="{761C53E9-1255-1642-9ABB-7C161B5B9BEE}" srcOrd="0" destOrd="0" presId="urn:microsoft.com/office/officeart/2005/8/layout/hierarchy3"/>
    <dgm:cxn modelId="{F4837FEC-7777-0C48-BF28-D879512E44F4}" type="presOf" srcId="{9D023B97-4376-4964-80A0-FF2D92BBB1B3}" destId="{ACA7018C-16DB-5C42-9E2F-DF18FB0769FC}" srcOrd="0" destOrd="0" presId="urn:microsoft.com/office/officeart/2005/8/layout/hierarchy3"/>
    <dgm:cxn modelId="{2CFF9857-FE88-834F-8723-770D973AE158}" type="presParOf" srcId="{BDCB1290-015C-5A44-9B0B-58EC42E16EDC}" destId="{7A3CD4C7-6D38-BA46-8CA5-FC8A4072089D}" srcOrd="0" destOrd="0" presId="urn:microsoft.com/office/officeart/2005/8/layout/hierarchy3"/>
    <dgm:cxn modelId="{7102455E-845D-1E4F-98EF-6B45239AD7EA}" type="presParOf" srcId="{7A3CD4C7-6D38-BA46-8CA5-FC8A4072089D}" destId="{60EBB5DB-DDC8-B64E-8483-C0795197D4C1}" srcOrd="0" destOrd="0" presId="urn:microsoft.com/office/officeart/2005/8/layout/hierarchy3"/>
    <dgm:cxn modelId="{AF3457F1-DA22-EF47-86DB-8815641DC534}" type="presParOf" srcId="{60EBB5DB-DDC8-B64E-8483-C0795197D4C1}" destId="{BF4B922F-CE6F-9E41-BF41-688277ABBCF2}" srcOrd="0" destOrd="0" presId="urn:microsoft.com/office/officeart/2005/8/layout/hierarchy3"/>
    <dgm:cxn modelId="{88B90747-6793-6F4A-A2F5-4D0E964A14AA}" type="presParOf" srcId="{60EBB5DB-DDC8-B64E-8483-C0795197D4C1}" destId="{A13ABA46-41F3-0F43-8423-9660CD263690}" srcOrd="1" destOrd="0" presId="urn:microsoft.com/office/officeart/2005/8/layout/hierarchy3"/>
    <dgm:cxn modelId="{19E39786-D0C2-6343-8186-A83250373A90}" type="presParOf" srcId="{7A3CD4C7-6D38-BA46-8CA5-FC8A4072089D}" destId="{96B08BFE-D7D2-DA4A-A7A1-D2BF6766F46F}" srcOrd="1" destOrd="0" presId="urn:microsoft.com/office/officeart/2005/8/layout/hierarchy3"/>
    <dgm:cxn modelId="{D1EF6DB5-EAAF-0F4A-8ACA-A0F61373E790}" type="presParOf" srcId="{96B08BFE-D7D2-DA4A-A7A1-D2BF6766F46F}" destId="{19B1CA1F-3AAE-2A40-87B8-2EAA4F7EC871}" srcOrd="0" destOrd="0" presId="urn:microsoft.com/office/officeart/2005/8/layout/hierarchy3"/>
    <dgm:cxn modelId="{20D904AB-8D29-CF49-A2FE-65510EA977DE}" type="presParOf" srcId="{96B08BFE-D7D2-DA4A-A7A1-D2BF6766F46F}" destId="{ACA7018C-16DB-5C42-9E2F-DF18FB0769FC}" srcOrd="1" destOrd="0" presId="urn:microsoft.com/office/officeart/2005/8/layout/hierarchy3"/>
    <dgm:cxn modelId="{94060D94-2E90-8B49-993B-6347AE66964D}" type="presParOf" srcId="{BDCB1290-015C-5A44-9B0B-58EC42E16EDC}" destId="{890EDE4C-4982-9D43-AAA5-D52FB1D182C1}" srcOrd="1" destOrd="0" presId="urn:microsoft.com/office/officeart/2005/8/layout/hierarchy3"/>
    <dgm:cxn modelId="{D219392F-AF81-224D-9B47-2EFF1B1DF092}" type="presParOf" srcId="{890EDE4C-4982-9D43-AAA5-D52FB1D182C1}" destId="{3331AF49-BB4B-6347-9EA4-03FA1D0102EC}" srcOrd="0" destOrd="0" presId="urn:microsoft.com/office/officeart/2005/8/layout/hierarchy3"/>
    <dgm:cxn modelId="{A0ED9A0D-3BE5-EC4E-B1AB-725CFD2DB13A}" type="presParOf" srcId="{3331AF49-BB4B-6347-9EA4-03FA1D0102EC}" destId="{761C53E9-1255-1642-9ABB-7C161B5B9BEE}" srcOrd="0" destOrd="0" presId="urn:microsoft.com/office/officeart/2005/8/layout/hierarchy3"/>
    <dgm:cxn modelId="{3954B42F-9D6C-FA46-A96E-6849445CA40F}" type="presParOf" srcId="{3331AF49-BB4B-6347-9EA4-03FA1D0102EC}" destId="{158276A9-DF88-6C40-BAA1-17E7D997EC14}" srcOrd="1" destOrd="0" presId="urn:microsoft.com/office/officeart/2005/8/layout/hierarchy3"/>
    <dgm:cxn modelId="{79F1BEF3-F53B-3E40-8AFE-B591B2245D56}" type="presParOf" srcId="{890EDE4C-4982-9D43-AAA5-D52FB1D182C1}" destId="{4DFCBD73-8AF1-3942-8A11-639562F7F186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42CB5A8D-4B8B-4A4A-A998-E8DB2D54C63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A831BE0-3BE6-4A16-BB59-9BCB611A417C}">
      <dgm:prSet/>
      <dgm:spPr/>
      <dgm:t>
        <a:bodyPr/>
        <a:lstStyle/>
        <a:p>
          <a:r>
            <a:rPr lang="en-US"/>
            <a:t>Resuscitate!!!</a:t>
          </a:r>
        </a:p>
      </dgm:t>
    </dgm:pt>
    <dgm:pt modelId="{1D1EB527-56BC-4B5D-B016-0AB7AB252E53}" type="parTrans" cxnId="{23081F80-2082-48B3-8E3C-B01849D6F8D0}">
      <dgm:prSet/>
      <dgm:spPr/>
      <dgm:t>
        <a:bodyPr/>
        <a:lstStyle/>
        <a:p>
          <a:endParaRPr lang="en-US"/>
        </a:p>
      </dgm:t>
    </dgm:pt>
    <dgm:pt modelId="{F6CB9BF1-B648-4836-B0C2-8739C6742DC8}" type="sibTrans" cxnId="{23081F80-2082-48B3-8E3C-B01849D6F8D0}">
      <dgm:prSet/>
      <dgm:spPr/>
      <dgm:t>
        <a:bodyPr/>
        <a:lstStyle/>
        <a:p>
          <a:endParaRPr lang="en-US"/>
        </a:p>
      </dgm:t>
    </dgm:pt>
    <dgm:pt modelId="{2E3F78DB-0785-4AAC-82DC-271905D791E6}">
      <dgm:prSet/>
      <dgm:spPr/>
      <dgm:t>
        <a:bodyPr/>
        <a:lstStyle/>
        <a:p>
          <a:r>
            <a:rPr lang="en-US"/>
            <a:t>ABCS, IV fluids, pRBC transfusion</a:t>
          </a:r>
        </a:p>
      </dgm:t>
    </dgm:pt>
    <dgm:pt modelId="{5DDA197E-D044-4071-BECE-4F9806B48785}" type="parTrans" cxnId="{30547E6A-D749-4EC8-BFB3-75282A974D69}">
      <dgm:prSet/>
      <dgm:spPr/>
      <dgm:t>
        <a:bodyPr/>
        <a:lstStyle/>
        <a:p>
          <a:endParaRPr lang="en-US"/>
        </a:p>
      </dgm:t>
    </dgm:pt>
    <dgm:pt modelId="{D9646F8A-423D-4AD1-AC5F-C5E377EEDE99}" type="sibTrans" cxnId="{30547E6A-D749-4EC8-BFB3-75282A974D69}">
      <dgm:prSet/>
      <dgm:spPr/>
      <dgm:t>
        <a:bodyPr/>
        <a:lstStyle/>
        <a:p>
          <a:endParaRPr lang="en-US"/>
        </a:p>
      </dgm:t>
    </dgm:pt>
    <dgm:pt modelId="{0C3C9D90-9A79-4B23-AC1B-E5A22ED94A94}">
      <dgm:prSet/>
      <dgm:spPr/>
      <dgm:t>
        <a:bodyPr/>
        <a:lstStyle/>
        <a:p>
          <a:r>
            <a:rPr lang="en-US" dirty="0"/>
            <a:t>Start therapy:</a:t>
          </a:r>
        </a:p>
      </dgm:t>
    </dgm:pt>
    <dgm:pt modelId="{86E689E3-AD93-47A3-A1D7-5D4421524439}" type="parTrans" cxnId="{9284273C-F165-445D-8673-DA95D3C0894F}">
      <dgm:prSet/>
      <dgm:spPr/>
      <dgm:t>
        <a:bodyPr/>
        <a:lstStyle/>
        <a:p>
          <a:endParaRPr lang="en-US"/>
        </a:p>
      </dgm:t>
    </dgm:pt>
    <dgm:pt modelId="{08D7FFA9-F3D8-4A6B-A618-65944A75FCBA}" type="sibTrans" cxnId="{9284273C-F165-445D-8673-DA95D3C0894F}">
      <dgm:prSet/>
      <dgm:spPr/>
      <dgm:t>
        <a:bodyPr/>
        <a:lstStyle/>
        <a:p>
          <a:endParaRPr lang="en-US"/>
        </a:p>
      </dgm:t>
    </dgm:pt>
    <dgm:pt modelId="{97B6170B-4CDC-46E5-9944-500DDE1818F8}">
      <dgm:prSet/>
      <dgm:spPr/>
      <dgm:t>
        <a:bodyPr/>
        <a:lstStyle/>
        <a:p>
          <a:r>
            <a:rPr lang="en-US" dirty="0"/>
            <a:t>Octreotide – reduces portal hypertension by inhibiting splanchnic vasodilation</a:t>
          </a:r>
        </a:p>
      </dgm:t>
    </dgm:pt>
    <dgm:pt modelId="{839E330B-E5F5-4E60-97E3-06F7EB4A70F4}" type="parTrans" cxnId="{266FA50D-D039-4CBD-9D54-D9C6B733AEB7}">
      <dgm:prSet/>
      <dgm:spPr/>
      <dgm:t>
        <a:bodyPr/>
        <a:lstStyle/>
        <a:p>
          <a:endParaRPr lang="en-US"/>
        </a:p>
      </dgm:t>
    </dgm:pt>
    <dgm:pt modelId="{B6DC8D14-4A40-4E60-B4F7-B6644BB5E4E5}" type="sibTrans" cxnId="{266FA50D-D039-4CBD-9D54-D9C6B733AEB7}">
      <dgm:prSet/>
      <dgm:spPr/>
      <dgm:t>
        <a:bodyPr/>
        <a:lstStyle/>
        <a:p>
          <a:endParaRPr lang="en-US"/>
        </a:p>
      </dgm:t>
    </dgm:pt>
    <dgm:pt modelId="{74C45A84-11F3-4B91-9D0E-8109830DC705}">
      <dgm:prSet/>
      <dgm:spPr/>
      <dgm:t>
        <a:bodyPr/>
        <a:lstStyle/>
        <a:p>
          <a:r>
            <a:rPr lang="en-US"/>
            <a:t>Antibiotic prophylaxis: Ceftriaxone</a:t>
          </a:r>
        </a:p>
      </dgm:t>
    </dgm:pt>
    <dgm:pt modelId="{49057455-497D-401C-B816-C0C9A117823B}" type="parTrans" cxnId="{01473F61-5C0C-46A5-9784-39E2AD2E0F0D}">
      <dgm:prSet/>
      <dgm:spPr/>
      <dgm:t>
        <a:bodyPr/>
        <a:lstStyle/>
        <a:p>
          <a:endParaRPr lang="en-US"/>
        </a:p>
      </dgm:t>
    </dgm:pt>
    <dgm:pt modelId="{B3CA3998-DCD2-48B8-AA68-A818B095B97E}" type="sibTrans" cxnId="{01473F61-5C0C-46A5-9784-39E2AD2E0F0D}">
      <dgm:prSet/>
      <dgm:spPr/>
      <dgm:t>
        <a:bodyPr/>
        <a:lstStyle/>
        <a:p>
          <a:endParaRPr lang="en-US"/>
        </a:p>
      </dgm:t>
    </dgm:pt>
    <dgm:pt modelId="{7FC76BE2-39DD-4A9E-AE8B-834477FA7D2F}">
      <dgm:prSet/>
      <dgm:spPr/>
      <dgm:t>
        <a:bodyPr/>
        <a:lstStyle/>
        <a:p>
          <a:r>
            <a:rPr lang="en-US"/>
            <a:t>Stabilize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emergent EGD</a:t>
          </a:r>
        </a:p>
      </dgm:t>
    </dgm:pt>
    <dgm:pt modelId="{7EB9BBE0-1BD0-4151-AA2B-3C1B5FB76169}" type="parTrans" cxnId="{1F0EB7F2-5092-4BB7-B00E-D4E4F5E1674A}">
      <dgm:prSet/>
      <dgm:spPr/>
      <dgm:t>
        <a:bodyPr/>
        <a:lstStyle/>
        <a:p>
          <a:endParaRPr lang="en-US"/>
        </a:p>
      </dgm:t>
    </dgm:pt>
    <dgm:pt modelId="{233AB904-13B1-4F9A-88FB-393DE58FCFD5}" type="sibTrans" cxnId="{1F0EB7F2-5092-4BB7-B00E-D4E4F5E1674A}">
      <dgm:prSet/>
      <dgm:spPr/>
      <dgm:t>
        <a:bodyPr/>
        <a:lstStyle/>
        <a:p>
          <a:endParaRPr lang="en-US"/>
        </a:p>
      </dgm:t>
    </dgm:pt>
    <dgm:pt modelId="{89FD34AA-386E-47C3-83E3-613F9DF54368}">
      <dgm:prSet/>
      <dgm:spPr/>
      <dgm:t>
        <a:bodyPr/>
        <a:lstStyle/>
        <a:p>
          <a:r>
            <a:rPr lang="en-US"/>
            <a:t>Can temporize with Balloon tamponade (Blakemore Sengstaken Tube)</a:t>
          </a:r>
        </a:p>
      </dgm:t>
    </dgm:pt>
    <dgm:pt modelId="{6F2A4CC0-29FF-42C7-ACC2-BB517F28A7B7}" type="parTrans" cxnId="{54B872D0-A3BF-47FE-BA5E-A1BD6C1B1AEA}">
      <dgm:prSet/>
      <dgm:spPr/>
      <dgm:t>
        <a:bodyPr/>
        <a:lstStyle/>
        <a:p>
          <a:endParaRPr lang="en-US"/>
        </a:p>
      </dgm:t>
    </dgm:pt>
    <dgm:pt modelId="{1DDC087C-FF09-4F78-8B2D-8BC27B5EAEAD}" type="sibTrans" cxnId="{54B872D0-A3BF-47FE-BA5E-A1BD6C1B1AEA}">
      <dgm:prSet/>
      <dgm:spPr/>
      <dgm:t>
        <a:bodyPr/>
        <a:lstStyle/>
        <a:p>
          <a:endParaRPr lang="en-US"/>
        </a:p>
      </dgm:t>
    </dgm:pt>
    <dgm:pt modelId="{907BD31D-7DC6-3848-938C-51E2BF3A4A24}">
      <dgm:prSet/>
      <dgm:spPr/>
      <dgm:t>
        <a:bodyPr/>
        <a:lstStyle/>
        <a:p>
          <a:r>
            <a:rPr lang="en-US" dirty="0"/>
            <a:t>PPI to reduce acid </a:t>
          </a:r>
        </a:p>
      </dgm:t>
    </dgm:pt>
    <dgm:pt modelId="{7ECA492C-78A8-DB45-9817-701903BBD3E2}" type="parTrans" cxnId="{98E82733-D9AC-C746-A0F9-81DBDC5C833C}">
      <dgm:prSet/>
      <dgm:spPr/>
    </dgm:pt>
    <dgm:pt modelId="{122BF3BD-2376-F547-8FD3-E53C86F35C63}" type="sibTrans" cxnId="{98E82733-D9AC-C746-A0F9-81DBDC5C833C}">
      <dgm:prSet/>
      <dgm:spPr/>
    </dgm:pt>
    <dgm:pt modelId="{5115776A-3A31-E943-84ED-90A6C4453719}" type="pres">
      <dgm:prSet presAssocID="{42CB5A8D-4B8B-4A4A-A998-E8DB2D54C63B}" presName="linear" presStyleCnt="0">
        <dgm:presLayoutVars>
          <dgm:animLvl val="lvl"/>
          <dgm:resizeHandles val="exact"/>
        </dgm:presLayoutVars>
      </dgm:prSet>
      <dgm:spPr/>
    </dgm:pt>
    <dgm:pt modelId="{4BBB6D92-3D19-464F-B989-156475F54351}" type="pres">
      <dgm:prSet presAssocID="{1A831BE0-3BE6-4A16-BB59-9BCB611A417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51E132F-AA64-8441-96F2-B0C32B98B838}" type="pres">
      <dgm:prSet presAssocID="{1A831BE0-3BE6-4A16-BB59-9BCB611A417C}" presName="childText" presStyleLbl="revTx" presStyleIdx="0" presStyleCnt="3">
        <dgm:presLayoutVars>
          <dgm:bulletEnabled val="1"/>
        </dgm:presLayoutVars>
      </dgm:prSet>
      <dgm:spPr/>
    </dgm:pt>
    <dgm:pt modelId="{B5B0CD52-7F33-664F-85C2-73388050074E}" type="pres">
      <dgm:prSet presAssocID="{0C3C9D90-9A79-4B23-AC1B-E5A22ED94A9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6105F79-6F80-AD44-91EC-21474D8CF56D}" type="pres">
      <dgm:prSet presAssocID="{0C3C9D90-9A79-4B23-AC1B-E5A22ED94A94}" presName="childText" presStyleLbl="revTx" presStyleIdx="1" presStyleCnt="3">
        <dgm:presLayoutVars>
          <dgm:bulletEnabled val="1"/>
        </dgm:presLayoutVars>
      </dgm:prSet>
      <dgm:spPr/>
    </dgm:pt>
    <dgm:pt modelId="{7057FA40-0BAF-5B41-B6F9-35DC3A6227C3}" type="pres">
      <dgm:prSet presAssocID="{74C45A84-11F3-4B91-9D0E-8109830DC70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020E487-6F83-E84D-8821-C51A830F72F6}" type="pres">
      <dgm:prSet presAssocID="{B3CA3998-DCD2-48B8-AA68-A818B095B97E}" presName="spacer" presStyleCnt="0"/>
      <dgm:spPr/>
    </dgm:pt>
    <dgm:pt modelId="{40EA8879-286F-0B4A-82C5-51456C5578F1}" type="pres">
      <dgm:prSet presAssocID="{7FC76BE2-39DD-4A9E-AE8B-834477FA7D2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00FD4EA-62A7-F64A-8BA9-605F7DB65E9D}" type="pres">
      <dgm:prSet presAssocID="{7FC76BE2-39DD-4A9E-AE8B-834477FA7D2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266FA50D-D039-4CBD-9D54-D9C6B733AEB7}" srcId="{0C3C9D90-9A79-4B23-AC1B-E5A22ED94A94}" destId="{97B6170B-4CDC-46E5-9944-500DDE1818F8}" srcOrd="0" destOrd="0" parTransId="{839E330B-E5F5-4E60-97E3-06F7EB4A70F4}" sibTransId="{B6DC8D14-4A40-4E60-B4F7-B6644BB5E4E5}"/>
    <dgm:cxn modelId="{A9A2131A-0105-EE4D-BFF9-1C7036C66931}" type="presOf" srcId="{1A831BE0-3BE6-4A16-BB59-9BCB611A417C}" destId="{4BBB6D92-3D19-464F-B989-156475F54351}" srcOrd="0" destOrd="0" presId="urn:microsoft.com/office/officeart/2005/8/layout/vList2"/>
    <dgm:cxn modelId="{98E82733-D9AC-C746-A0F9-81DBDC5C833C}" srcId="{0C3C9D90-9A79-4B23-AC1B-E5A22ED94A94}" destId="{907BD31D-7DC6-3848-938C-51E2BF3A4A24}" srcOrd="1" destOrd="0" parTransId="{7ECA492C-78A8-DB45-9817-701903BBD3E2}" sibTransId="{122BF3BD-2376-F547-8FD3-E53C86F35C63}"/>
    <dgm:cxn modelId="{BFF76833-9D25-3046-9112-CA204C5B148C}" type="presOf" srcId="{97B6170B-4CDC-46E5-9944-500DDE1818F8}" destId="{56105F79-6F80-AD44-91EC-21474D8CF56D}" srcOrd="0" destOrd="0" presId="urn:microsoft.com/office/officeart/2005/8/layout/vList2"/>
    <dgm:cxn modelId="{9284273C-F165-445D-8673-DA95D3C0894F}" srcId="{42CB5A8D-4B8B-4A4A-A998-E8DB2D54C63B}" destId="{0C3C9D90-9A79-4B23-AC1B-E5A22ED94A94}" srcOrd="1" destOrd="0" parTransId="{86E689E3-AD93-47A3-A1D7-5D4421524439}" sibTransId="{08D7FFA9-F3D8-4A6B-A618-65944A75FCBA}"/>
    <dgm:cxn modelId="{01473F61-5C0C-46A5-9784-39E2AD2E0F0D}" srcId="{42CB5A8D-4B8B-4A4A-A998-E8DB2D54C63B}" destId="{74C45A84-11F3-4B91-9D0E-8109830DC705}" srcOrd="2" destOrd="0" parTransId="{49057455-497D-401C-B816-C0C9A117823B}" sibTransId="{B3CA3998-DCD2-48B8-AA68-A818B095B97E}"/>
    <dgm:cxn modelId="{19FA1E46-CA84-FB4F-8F99-ACF5429450AB}" type="presOf" srcId="{7FC76BE2-39DD-4A9E-AE8B-834477FA7D2F}" destId="{40EA8879-286F-0B4A-82C5-51456C5578F1}" srcOrd="0" destOrd="0" presId="urn:microsoft.com/office/officeart/2005/8/layout/vList2"/>
    <dgm:cxn modelId="{2A03D068-DFED-2044-B5AD-B00D9103FD5B}" type="presOf" srcId="{2E3F78DB-0785-4AAC-82DC-271905D791E6}" destId="{B51E132F-AA64-8441-96F2-B0C32B98B838}" srcOrd="0" destOrd="0" presId="urn:microsoft.com/office/officeart/2005/8/layout/vList2"/>
    <dgm:cxn modelId="{30547E6A-D749-4EC8-BFB3-75282A974D69}" srcId="{1A831BE0-3BE6-4A16-BB59-9BCB611A417C}" destId="{2E3F78DB-0785-4AAC-82DC-271905D791E6}" srcOrd="0" destOrd="0" parTransId="{5DDA197E-D044-4071-BECE-4F9806B48785}" sibTransId="{D9646F8A-423D-4AD1-AC5F-C5E377EEDE99}"/>
    <dgm:cxn modelId="{F856CF6C-2E14-EE4B-B883-2A207D88FCEB}" type="presOf" srcId="{0C3C9D90-9A79-4B23-AC1B-E5A22ED94A94}" destId="{B5B0CD52-7F33-664F-85C2-73388050074E}" srcOrd="0" destOrd="0" presId="urn:microsoft.com/office/officeart/2005/8/layout/vList2"/>
    <dgm:cxn modelId="{D5E52B59-A664-414F-9F20-3133608C7FF1}" type="presOf" srcId="{42CB5A8D-4B8B-4A4A-A998-E8DB2D54C63B}" destId="{5115776A-3A31-E943-84ED-90A6C4453719}" srcOrd="0" destOrd="0" presId="urn:microsoft.com/office/officeart/2005/8/layout/vList2"/>
    <dgm:cxn modelId="{23081F80-2082-48B3-8E3C-B01849D6F8D0}" srcId="{42CB5A8D-4B8B-4A4A-A998-E8DB2D54C63B}" destId="{1A831BE0-3BE6-4A16-BB59-9BCB611A417C}" srcOrd="0" destOrd="0" parTransId="{1D1EB527-56BC-4B5D-B016-0AB7AB252E53}" sibTransId="{F6CB9BF1-B648-4836-B0C2-8739C6742DC8}"/>
    <dgm:cxn modelId="{069DEB83-CF7F-7C4B-BE01-F294A2E4FDEE}" type="presOf" srcId="{89FD34AA-386E-47C3-83E3-613F9DF54368}" destId="{400FD4EA-62A7-F64A-8BA9-605F7DB65E9D}" srcOrd="0" destOrd="0" presId="urn:microsoft.com/office/officeart/2005/8/layout/vList2"/>
    <dgm:cxn modelId="{445613C8-297C-174A-BB8C-4F7FEFA66011}" type="presOf" srcId="{907BD31D-7DC6-3848-938C-51E2BF3A4A24}" destId="{56105F79-6F80-AD44-91EC-21474D8CF56D}" srcOrd="0" destOrd="1" presId="urn:microsoft.com/office/officeart/2005/8/layout/vList2"/>
    <dgm:cxn modelId="{54B872D0-A3BF-47FE-BA5E-A1BD6C1B1AEA}" srcId="{7FC76BE2-39DD-4A9E-AE8B-834477FA7D2F}" destId="{89FD34AA-386E-47C3-83E3-613F9DF54368}" srcOrd="0" destOrd="0" parTransId="{6F2A4CC0-29FF-42C7-ACC2-BB517F28A7B7}" sibTransId="{1DDC087C-FF09-4F78-8B2D-8BC27B5EAEAD}"/>
    <dgm:cxn modelId="{1F0EB7F2-5092-4BB7-B00E-D4E4F5E1674A}" srcId="{42CB5A8D-4B8B-4A4A-A998-E8DB2D54C63B}" destId="{7FC76BE2-39DD-4A9E-AE8B-834477FA7D2F}" srcOrd="3" destOrd="0" parTransId="{7EB9BBE0-1BD0-4151-AA2B-3C1B5FB76169}" sibTransId="{233AB904-13B1-4F9A-88FB-393DE58FCFD5}"/>
    <dgm:cxn modelId="{C5D6FEF3-4323-714B-92CC-8C98FA1BE7E1}" type="presOf" srcId="{74C45A84-11F3-4B91-9D0E-8109830DC705}" destId="{7057FA40-0BAF-5B41-B6F9-35DC3A6227C3}" srcOrd="0" destOrd="0" presId="urn:microsoft.com/office/officeart/2005/8/layout/vList2"/>
    <dgm:cxn modelId="{ACC3D3AA-32AC-E04E-BCD4-541256782A9A}" type="presParOf" srcId="{5115776A-3A31-E943-84ED-90A6C4453719}" destId="{4BBB6D92-3D19-464F-B989-156475F54351}" srcOrd="0" destOrd="0" presId="urn:microsoft.com/office/officeart/2005/8/layout/vList2"/>
    <dgm:cxn modelId="{429A35A1-A693-354F-9E31-4CA4B59B59C4}" type="presParOf" srcId="{5115776A-3A31-E943-84ED-90A6C4453719}" destId="{B51E132F-AA64-8441-96F2-B0C32B98B838}" srcOrd="1" destOrd="0" presId="urn:microsoft.com/office/officeart/2005/8/layout/vList2"/>
    <dgm:cxn modelId="{62B954F2-6533-2945-B2F1-2A7B209E348F}" type="presParOf" srcId="{5115776A-3A31-E943-84ED-90A6C4453719}" destId="{B5B0CD52-7F33-664F-85C2-73388050074E}" srcOrd="2" destOrd="0" presId="urn:microsoft.com/office/officeart/2005/8/layout/vList2"/>
    <dgm:cxn modelId="{3F776A3C-1039-4D44-A9DA-FA03195C16E8}" type="presParOf" srcId="{5115776A-3A31-E943-84ED-90A6C4453719}" destId="{56105F79-6F80-AD44-91EC-21474D8CF56D}" srcOrd="3" destOrd="0" presId="urn:microsoft.com/office/officeart/2005/8/layout/vList2"/>
    <dgm:cxn modelId="{9EC66DF5-0747-4041-9541-7BF86E7E9A86}" type="presParOf" srcId="{5115776A-3A31-E943-84ED-90A6C4453719}" destId="{7057FA40-0BAF-5B41-B6F9-35DC3A6227C3}" srcOrd="4" destOrd="0" presId="urn:microsoft.com/office/officeart/2005/8/layout/vList2"/>
    <dgm:cxn modelId="{EF845557-3E27-EA4F-869C-08972C714879}" type="presParOf" srcId="{5115776A-3A31-E943-84ED-90A6C4453719}" destId="{B020E487-6F83-E84D-8821-C51A830F72F6}" srcOrd="5" destOrd="0" presId="urn:microsoft.com/office/officeart/2005/8/layout/vList2"/>
    <dgm:cxn modelId="{292A05F2-511C-A344-8749-2CC5D0488A0A}" type="presParOf" srcId="{5115776A-3A31-E943-84ED-90A6C4453719}" destId="{40EA8879-286F-0B4A-82C5-51456C5578F1}" srcOrd="6" destOrd="0" presId="urn:microsoft.com/office/officeart/2005/8/layout/vList2"/>
    <dgm:cxn modelId="{0F7E2A26-7D1F-4C44-80AC-D1202C47DE9F}" type="presParOf" srcId="{5115776A-3A31-E943-84ED-90A6C4453719}" destId="{400FD4EA-62A7-F64A-8BA9-605F7DB65E9D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11AD53AB-0D42-4FFB-AC8E-637372E9272B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E77B28E-16A5-4CD4-ABCB-7D1272C5BA36}">
      <dgm:prSet/>
      <dgm:spPr/>
      <dgm:t>
        <a:bodyPr/>
        <a:lstStyle/>
        <a:p>
          <a:r>
            <a:rPr lang="en-US"/>
            <a:t>Causes:</a:t>
          </a:r>
        </a:p>
      </dgm:t>
    </dgm:pt>
    <dgm:pt modelId="{CD216820-20FA-4600-A811-3FBF7290E8CC}" type="parTrans" cxnId="{C205D6FB-F939-4E3A-9213-05B11AE333CC}">
      <dgm:prSet/>
      <dgm:spPr/>
      <dgm:t>
        <a:bodyPr/>
        <a:lstStyle/>
        <a:p>
          <a:endParaRPr lang="en-US"/>
        </a:p>
      </dgm:t>
    </dgm:pt>
    <dgm:pt modelId="{B753E870-243B-4D56-AEED-0C54F2FD4BC4}" type="sibTrans" cxnId="{C205D6FB-F939-4E3A-9213-05B11AE333CC}">
      <dgm:prSet/>
      <dgm:spPr/>
      <dgm:t>
        <a:bodyPr/>
        <a:lstStyle/>
        <a:p>
          <a:endParaRPr lang="en-US"/>
        </a:p>
      </dgm:t>
    </dgm:pt>
    <dgm:pt modelId="{717A4A50-CE7C-4A78-9461-796C86C6FFBA}">
      <dgm:prSet/>
      <dgm:spPr/>
      <dgm:t>
        <a:bodyPr/>
        <a:lstStyle/>
        <a:p>
          <a:r>
            <a:rPr lang="en-US"/>
            <a:t>H pylori</a:t>
          </a:r>
        </a:p>
      </dgm:t>
    </dgm:pt>
    <dgm:pt modelId="{BCF2F38B-1AEB-488D-A665-46BD10C8A0AF}" type="parTrans" cxnId="{74BB7230-15C8-4037-B520-981A9481F222}">
      <dgm:prSet/>
      <dgm:spPr/>
      <dgm:t>
        <a:bodyPr/>
        <a:lstStyle/>
        <a:p>
          <a:endParaRPr lang="en-US"/>
        </a:p>
      </dgm:t>
    </dgm:pt>
    <dgm:pt modelId="{C99FB468-9AE3-402C-9F7D-F0FE50147DC1}" type="sibTrans" cxnId="{74BB7230-15C8-4037-B520-981A9481F222}">
      <dgm:prSet/>
      <dgm:spPr/>
      <dgm:t>
        <a:bodyPr/>
        <a:lstStyle/>
        <a:p>
          <a:endParaRPr lang="en-US"/>
        </a:p>
      </dgm:t>
    </dgm:pt>
    <dgm:pt modelId="{0072C99B-DE5F-4571-B552-0ECD9EF30F05}">
      <dgm:prSet/>
      <dgm:spPr/>
      <dgm:t>
        <a:bodyPr/>
        <a:lstStyle/>
        <a:p>
          <a:r>
            <a:rPr lang="en-US"/>
            <a:t>NSAIDs/aspirin</a:t>
          </a:r>
        </a:p>
      </dgm:t>
    </dgm:pt>
    <dgm:pt modelId="{2133D418-7FC3-4811-92DF-19E1C524C843}" type="parTrans" cxnId="{97B7A6E8-3FD0-4B8D-B3D5-55D39FF06791}">
      <dgm:prSet/>
      <dgm:spPr/>
      <dgm:t>
        <a:bodyPr/>
        <a:lstStyle/>
        <a:p>
          <a:endParaRPr lang="en-US"/>
        </a:p>
      </dgm:t>
    </dgm:pt>
    <dgm:pt modelId="{44447969-1039-4E0B-8B99-60B47083A4C7}" type="sibTrans" cxnId="{97B7A6E8-3FD0-4B8D-B3D5-55D39FF06791}">
      <dgm:prSet/>
      <dgm:spPr/>
      <dgm:t>
        <a:bodyPr/>
        <a:lstStyle/>
        <a:p>
          <a:endParaRPr lang="en-US"/>
        </a:p>
      </dgm:t>
    </dgm:pt>
    <dgm:pt modelId="{A104F716-F326-4289-ADC4-CEBC7CB7B178}">
      <dgm:prSet/>
      <dgm:spPr/>
      <dgm:t>
        <a:bodyPr/>
        <a:lstStyle/>
        <a:p>
          <a:r>
            <a:rPr lang="en-US"/>
            <a:t>Critical illness</a:t>
          </a:r>
        </a:p>
      </dgm:t>
    </dgm:pt>
    <dgm:pt modelId="{B9A8FA20-C487-414E-891C-02D5AFE9621D}" type="parTrans" cxnId="{D0B8316E-7926-4EC1-AC11-888C5E08E245}">
      <dgm:prSet/>
      <dgm:spPr/>
      <dgm:t>
        <a:bodyPr/>
        <a:lstStyle/>
        <a:p>
          <a:endParaRPr lang="en-US"/>
        </a:p>
      </dgm:t>
    </dgm:pt>
    <dgm:pt modelId="{9AC5EAAA-AA3F-4BB2-8103-3FBA6F3BF6A7}" type="sibTrans" cxnId="{D0B8316E-7926-4EC1-AC11-888C5E08E245}">
      <dgm:prSet/>
      <dgm:spPr/>
      <dgm:t>
        <a:bodyPr/>
        <a:lstStyle/>
        <a:p>
          <a:endParaRPr lang="en-US"/>
        </a:p>
      </dgm:t>
    </dgm:pt>
    <dgm:pt modelId="{569BD11E-A28A-4C22-A030-8B283D01F657}">
      <dgm:prSet/>
      <dgm:spPr/>
      <dgm:t>
        <a:bodyPr/>
        <a:lstStyle/>
        <a:p>
          <a:r>
            <a:rPr lang="en-US"/>
            <a:t>Smoking</a:t>
          </a:r>
        </a:p>
      </dgm:t>
    </dgm:pt>
    <dgm:pt modelId="{E935E876-0CCD-4472-9EF6-97A9B4FB77BB}" type="parTrans" cxnId="{C6EC6E1B-B989-41B5-8B77-6E3FCFC8FAB8}">
      <dgm:prSet/>
      <dgm:spPr/>
      <dgm:t>
        <a:bodyPr/>
        <a:lstStyle/>
        <a:p>
          <a:endParaRPr lang="en-US"/>
        </a:p>
      </dgm:t>
    </dgm:pt>
    <dgm:pt modelId="{25F1D2E0-2B84-4F04-BEAE-ACF313149C3B}" type="sibTrans" cxnId="{C6EC6E1B-B989-41B5-8B77-6E3FCFC8FAB8}">
      <dgm:prSet/>
      <dgm:spPr/>
      <dgm:t>
        <a:bodyPr/>
        <a:lstStyle/>
        <a:p>
          <a:endParaRPr lang="en-US"/>
        </a:p>
      </dgm:t>
    </dgm:pt>
    <dgm:pt modelId="{53D9A428-229F-44FF-9265-817BD7A64315}">
      <dgm:prSet/>
      <dgm:spPr/>
      <dgm:t>
        <a:bodyPr/>
        <a:lstStyle/>
        <a:p>
          <a:r>
            <a:rPr lang="en-US"/>
            <a:t>Zollinger-Elison, viral ulcers, Crohn’s disease</a:t>
          </a:r>
        </a:p>
      </dgm:t>
    </dgm:pt>
    <dgm:pt modelId="{6595C54D-C5DD-4379-9656-3D1A6965247C}" type="parTrans" cxnId="{6F291284-F5F2-41BF-A5B2-7AAA8993F941}">
      <dgm:prSet/>
      <dgm:spPr/>
      <dgm:t>
        <a:bodyPr/>
        <a:lstStyle/>
        <a:p>
          <a:endParaRPr lang="en-US"/>
        </a:p>
      </dgm:t>
    </dgm:pt>
    <dgm:pt modelId="{421AAFD4-572F-4E91-9639-77816D27D47A}" type="sibTrans" cxnId="{6F291284-F5F2-41BF-A5B2-7AAA8993F941}">
      <dgm:prSet/>
      <dgm:spPr/>
      <dgm:t>
        <a:bodyPr/>
        <a:lstStyle/>
        <a:p>
          <a:endParaRPr lang="en-US"/>
        </a:p>
      </dgm:t>
    </dgm:pt>
    <dgm:pt modelId="{74979D5E-D6B1-4235-A5AA-1524EE1C1EA9}">
      <dgm:prSet/>
      <dgm:spPr/>
      <dgm:t>
        <a:bodyPr/>
        <a:lstStyle/>
        <a:p>
          <a:r>
            <a:rPr lang="en-US" dirty="0"/>
            <a:t>Mucosal break in stomach or duodenum due to acid injury</a:t>
          </a:r>
        </a:p>
      </dgm:t>
    </dgm:pt>
    <dgm:pt modelId="{83CE8E6D-3A38-474F-9C02-761DE876199E}" type="parTrans" cxnId="{9C3AA81A-B5CA-45F7-B348-A11D75A741AD}">
      <dgm:prSet/>
      <dgm:spPr/>
      <dgm:t>
        <a:bodyPr/>
        <a:lstStyle/>
        <a:p>
          <a:endParaRPr lang="en-US"/>
        </a:p>
      </dgm:t>
    </dgm:pt>
    <dgm:pt modelId="{48D125FB-A57B-4D16-AA51-0FF5AEFCA552}" type="sibTrans" cxnId="{9C3AA81A-B5CA-45F7-B348-A11D75A741AD}">
      <dgm:prSet/>
      <dgm:spPr/>
      <dgm:t>
        <a:bodyPr/>
        <a:lstStyle/>
        <a:p>
          <a:endParaRPr lang="en-US"/>
        </a:p>
      </dgm:t>
    </dgm:pt>
    <dgm:pt modelId="{D1A52380-DA37-C346-B686-D19C25DD1FF0}" type="pres">
      <dgm:prSet presAssocID="{11AD53AB-0D42-4FFB-AC8E-637372E9272B}" presName="Name0" presStyleCnt="0">
        <dgm:presLayoutVars>
          <dgm:dir/>
          <dgm:animLvl val="lvl"/>
          <dgm:resizeHandles val="exact"/>
        </dgm:presLayoutVars>
      </dgm:prSet>
      <dgm:spPr/>
    </dgm:pt>
    <dgm:pt modelId="{BA356406-E67E-D148-AC8E-2B1E3C2ADBC2}" type="pres">
      <dgm:prSet presAssocID="{74979D5E-D6B1-4235-A5AA-1524EE1C1EA9}" presName="boxAndChildren" presStyleCnt="0"/>
      <dgm:spPr/>
    </dgm:pt>
    <dgm:pt modelId="{4912BA16-DBF7-FB48-8EED-04C3A38A18B2}" type="pres">
      <dgm:prSet presAssocID="{74979D5E-D6B1-4235-A5AA-1524EE1C1EA9}" presName="parentTextBox" presStyleLbl="node1" presStyleIdx="0" presStyleCnt="2"/>
      <dgm:spPr/>
    </dgm:pt>
    <dgm:pt modelId="{22AD77A9-7E59-604E-BF66-48455EE13C71}" type="pres">
      <dgm:prSet presAssocID="{B753E870-243B-4D56-AEED-0C54F2FD4BC4}" presName="sp" presStyleCnt="0"/>
      <dgm:spPr/>
    </dgm:pt>
    <dgm:pt modelId="{67B64FC8-AD77-3846-98CC-FA169D2CF5F6}" type="pres">
      <dgm:prSet presAssocID="{3E77B28E-16A5-4CD4-ABCB-7D1272C5BA36}" presName="arrowAndChildren" presStyleCnt="0"/>
      <dgm:spPr/>
    </dgm:pt>
    <dgm:pt modelId="{A6FBFAB0-ECD4-C345-9E39-14BC82B698CA}" type="pres">
      <dgm:prSet presAssocID="{3E77B28E-16A5-4CD4-ABCB-7D1272C5BA36}" presName="parentTextArrow" presStyleLbl="node1" presStyleIdx="0" presStyleCnt="2"/>
      <dgm:spPr/>
    </dgm:pt>
    <dgm:pt modelId="{DF04072F-EBB5-0F4D-B352-288C2174FE19}" type="pres">
      <dgm:prSet presAssocID="{3E77B28E-16A5-4CD4-ABCB-7D1272C5BA36}" presName="arrow" presStyleLbl="node1" presStyleIdx="1" presStyleCnt="2"/>
      <dgm:spPr/>
    </dgm:pt>
    <dgm:pt modelId="{241BF832-F406-D744-A97D-DE7881795318}" type="pres">
      <dgm:prSet presAssocID="{3E77B28E-16A5-4CD4-ABCB-7D1272C5BA36}" presName="descendantArrow" presStyleCnt="0"/>
      <dgm:spPr/>
    </dgm:pt>
    <dgm:pt modelId="{42A76D02-BF04-9A49-98DF-ACA672611E88}" type="pres">
      <dgm:prSet presAssocID="{717A4A50-CE7C-4A78-9461-796C86C6FFBA}" presName="childTextArrow" presStyleLbl="fgAccFollowNode1" presStyleIdx="0" presStyleCnt="5">
        <dgm:presLayoutVars>
          <dgm:bulletEnabled val="1"/>
        </dgm:presLayoutVars>
      </dgm:prSet>
      <dgm:spPr/>
    </dgm:pt>
    <dgm:pt modelId="{673AA385-EA26-0A4F-B248-832DAAA5EC50}" type="pres">
      <dgm:prSet presAssocID="{0072C99B-DE5F-4571-B552-0ECD9EF30F05}" presName="childTextArrow" presStyleLbl="fgAccFollowNode1" presStyleIdx="1" presStyleCnt="5">
        <dgm:presLayoutVars>
          <dgm:bulletEnabled val="1"/>
        </dgm:presLayoutVars>
      </dgm:prSet>
      <dgm:spPr/>
    </dgm:pt>
    <dgm:pt modelId="{F6BF9AE8-6CA6-294A-A4D3-CB9E8ACAD9CA}" type="pres">
      <dgm:prSet presAssocID="{A104F716-F326-4289-ADC4-CEBC7CB7B178}" presName="childTextArrow" presStyleLbl="fgAccFollowNode1" presStyleIdx="2" presStyleCnt="5">
        <dgm:presLayoutVars>
          <dgm:bulletEnabled val="1"/>
        </dgm:presLayoutVars>
      </dgm:prSet>
      <dgm:spPr/>
    </dgm:pt>
    <dgm:pt modelId="{7F26F1F3-1BF2-8F4B-A7B5-6BBAD531DD05}" type="pres">
      <dgm:prSet presAssocID="{569BD11E-A28A-4C22-A030-8B283D01F657}" presName="childTextArrow" presStyleLbl="fgAccFollowNode1" presStyleIdx="3" presStyleCnt="5">
        <dgm:presLayoutVars>
          <dgm:bulletEnabled val="1"/>
        </dgm:presLayoutVars>
      </dgm:prSet>
      <dgm:spPr/>
    </dgm:pt>
    <dgm:pt modelId="{3C93C558-37F4-8C47-9529-40EE25997DCF}" type="pres">
      <dgm:prSet presAssocID="{53D9A428-229F-44FF-9265-817BD7A64315}" presName="childTextArrow" presStyleLbl="fgAccFollowNode1" presStyleIdx="4" presStyleCnt="5">
        <dgm:presLayoutVars>
          <dgm:bulletEnabled val="1"/>
        </dgm:presLayoutVars>
      </dgm:prSet>
      <dgm:spPr/>
    </dgm:pt>
  </dgm:ptLst>
  <dgm:cxnLst>
    <dgm:cxn modelId="{9C3AA81A-B5CA-45F7-B348-A11D75A741AD}" srcId="{11AD53AB-0D42-4FFB-AC8E-637372E9272B}" destId="{74979D5E-D6B1-4235-A5AA-1524EE1C1EA9}" srcOrd="1" destOrd="0" parTransId="{83CE8E6D-3A38-474F-9C02-761DE876199E}" sibTransId="{48D125FB-A57B-4D16-AA51-0FF5AEFCA552}"/>
    <dgm:cxn modelId="{C6EC6E1B-B989-41B5-8B77-6E3FCFC8FAB8}" srcId="{3E77B28E-16A5-4CD4-ABCB-7D1272C5BA36}" destId="{569BD11E-A28A-4C22-A030-8B283D01F657}" srcOrd="3" destOrd="0" parTransId="{E935E876-0CCD-4472-9EF6-97A9B4FB77BB}" sibTransId="{25F1D2E0-2B84-4F04-BEAE-ACF313149C3B}"/>
    <dgm:cxn modelId="{FD69691C-0D82-1F47-8C3D-F783AA296D88}" type="presOf" srcId="{569BD11E-A28A-4C22-A030-8B283D01F657}" destId="{7F26F1F3-1BF2-8F4B-A7B5-6BBAD531DD05}" srcOrd="0" destOrd="0" presId="urn:microsoft.com/office/officeart/2005/8/layout/process4"/>
    <dgm:cxn modelId="{74BB7230-15C8-4037-B520-981A9481F222}" srcId="{3E77B28E-16A5-4CD4-ABCB-7D1272C5BA36}" destId="{717A4A50-CE7C-4A78-9461-796C86C6FFBA}" srcOrd="0" destOrd="0" parTransId="{BCF2F38B-1AEB-488D-A665-46BD10C8A0AF}" sibTransId="{C99FB468-9AE3-402C-9F7D-F0FE50147DC1}"/>
    <dgm:cxn modelId="{CE47B231-D3F6-8A47-BE54-D96D8DD5E64C}" type="presOf" srcId="{53D9A428-229F-44FF-9265-817BD7A64315}" destId="{3C93C558-37F4-8C47-9529-40EE25997DCF}" srcOrd="0" destOrd="0" presId="urn:microsoft.com/office/officeart/2005/8/layout/process4"/>
    <dgm:cxn modelId="{2908ED5C-258B-5142-BF33-764356F8DFD5}" type="presOf" srcId="{0072C99B-DE5F-4571-B552-0ECD9EF30F05}" destId="{673AA385-EA26-0A4F-B248-832DAAA5EC50}" srcOrd="0" destOrd="0" presId="urn:microsoft.com/office/officeart/2005/8/layout/process4"/>
    <dgm:cxn modelId="{D0B8316E-7926-4EC1-AC11-888C5E08E245}" srcId="{3E77B28E-16A5-4CD4-ABCB-7D1272C5BA36}" destId="{A104F716-F326-4289-ADC4-CEBC7CB7B178}" srcOrd="2" destOrd="0" parTransId="{B9A8FA20-C487-414E-891C-02D5AFE9621D}" sibTransId="{9AC5EAAA-AA3F-4BB2-8103-3FBA6F3BF6A7}"/>
    <dgm:cxn modelId="{BCBC6974-782C-EB40-A3EE-6ADF35E4C1D0}" type="presOf" srcId="{3E77B28E-16A5-4CD4-ABCB-7D1272C5BA36}" destId="{A6FBFAB0-ECD4-C345-9E39-14BC82B698CA}" srcOrd="0" destOrd="0" presId="urn:microsoft.com/office/officeart/2005/8/layout/process4"/>
    <dgm:cxn modelId="{6F291284-F5F2-41BF-A5B2-7AAA8993F941}" srcId="{3E77B28E-16A5-4CD4-ABCB-7D1272C5BA36}" destId="{53D9A428-229F-44FF-9265-817BD7A64315}" srcOrd="4" destOrd="0" parTransId="{6595C54D-C5DD-4379-9656-3D1A6965247C}" sibTransId="{421AAFD4-572F-4E91-9639-77816D27D47A}"/>
    <dgm:cxn modelId="{448CF78F-1DB7-0843-A647-32DC34456489}" type="presOf" srcId="{3E77B28E-16A5-4CD4-ABCB-7D1272C5BA36}" destId="{DF04072F-EBB5-0F4D-B352-288C2174FE19}" srcOrd="1" destOrd="0" presId="urn:microsoft.com/office/officeart/2005/8/layout/process4"/>
    <dgm:cxn modelId="{8135C9A2-3945-F944-9FDC-004F84FD66A6}" type="presOf" srcId="{A104F716-F326-4289-ADC4-CEBC7CB7B178}" destId="{F6BF9AE8-6CA6-294A-A4D3-CB9E8ACAD9CA}" srcOrd="0" destOrd="0" presId="urn:microsoft.com/office/officeart/2005/8/layout/process4"/>
    <dgm:cxn modelId="{8C2C19B9-3AAF-414C-A270-F436A57DCFB1}" type="presOf" srcId="{74979D5E-D6B1-4235-A5AA-1524EE1C1EA9}" destId="{4912BA16-DBF7-FB48-8EED-04C3A38A18B2}" srcOrd="0" destOrd="0" presId="urn:microsoft.com/office/officeart/2005/8/layout/process4"/>
    <dgm:cxn modelId="{936E5CC6-5648-A047-8D4A-F887C27ADC4F}" type="presOf" srcId="{11AD53AB-0D42-4FFB-AC8E-637372E9272B}" destId="{D1A52380-DA37-C346-B686-D19C25DD1FF0}" srcOrd="0" destOrd="0" presId="urn:microsoft.com/office/officeart/2005/8/layout/process4"/>
    <dgm:cxn modelId="{97B7A6E8-3FD0-4B8D-B3D5-55D39FF06791}" srcId="{3E77B28E-16A5-4CD4-ABCB-7D1272C5BA36}" destId="{0072C99B-DE5F-4571-B552-0ECD9EF30F05}" srcOrd="1" destOrd="0" parTransId="{2133D418-7FC3-4811-92DF-19E1C524C843}" sibTransId="{44447969-1039-4E0B-8B99-60B47083A4C7}"/>
    <dgm:cxn modelId="{B4E1D2FA-8445-7D4E-A297-D75421B00234}" type="presOf" srcId="{717A4A50-CE7C-4A78-9461-796C86C6FFBA}" destId="{42A76D02-BF04-9A49-98DF-ACA672611E88}" srcOrd="0" destOrd="0" presId="urn:microsoft.com/office/officeart/2005/8/layout/process4"/>
    <dgm:cxn modelId="{C205D6FB-F939-4E3A-9213-05B11AE333CC}" srcId="{11AD53AB-0D42-4FFB-AC8E-637372E9272B}" destId="{3E77B28E-16A5-4CD4-ABCB-7D1272C5BA36}" srcOrd="0" destOrd="0" parTransId="{CD216820-20FA-4600-A811-3FBF7290E8CC}" sibTransId="{B753E870-243B-4D56-AEED-0C54F2FD4BC4}"/>
    <dgm:cxn modelId="{04B08042-B1FE-E444-A93C-57C0295C800E}" type="presParOf" srcId="{D1A52380-DA37-C346-B686-D19C25DD1FF0}" destId="{BA356406-E67E-D148-AC8E-2B1E3C2ADBC2}" srcOrd="0" destOrd="0" presId="urn:microsoft.com/office/officeart/2005/8/layout/process4"/>
    <dgm:cxn modelId="{E303353E-778E-A341-B14A-47D5F7321FDB}" type="presParOf" srcId="{BA356406-E67E-D148-AC8E-2B1E3C2ADBC2}" destId="{4912BA16-DBF7-FB48-8EED-04C3A38A18B2}" srcOrd="0" destOrd="0" presId="urn:microsoft.com/office/officeart/2005/8/layout/process4"/>
    <dgm:cxn modelId="{E62E7805-F38F-EB4C-B538-1ECB0BE4426F}" type="presParOf" srcId="{D1A52380-DA37-C346-B686-D19C25DD1FF0}" destId="{22AD77A9-7E59-604E-BF66-48455EE13C71}" srcOrd="1" destOrd="0" presId="urn:microsoft.com/office/officeart/2005/8/layout/process4"/>
    <dgm:cxn modelId="{83059B86-C61D-B04E-9A4C-E3CA4CE1C4DC}" type="presParOf" srcId="{D1A52380-DA37-C346-B686-D19C25DD1FF0}" destId="{67B64FC8-AD77-3846-98CC-FA169D2CF5F6}" srcOrd="2" destOrd="0" presId="urn:microsoft.com/office/officeart/2005/8/layout/process4"/>
    <dgm:cxn modelId="{DC6CB86F-FFAD-6B44-A772-587B2C6E90B2}" type="presParOf" srcId="{67B64FC8-AD77-3846-98CC-FA169D2CF5F6}" destId="{A6FBFAB0-ECD4-C345-9E39-14BC82B698CA}" srcOrd="0" destOrd="0" presId="urn:microsoft.com/office/officeart/2005/8/layout/process4"/>
    <dgm:cxn modelId="{F5E4B6D4-38D3-2943-B1FA-866B3C872B85}" type="presParOf" srcId="{67B64FC8-AD77-3846-98CC-FA169D2CF5F6}" destId="{DF04072F-EBB5-0F4D-B352-288C2174FE19}" srcOrd="1" destOrd="0" presId="urn:microsoft.com/office/officeart/2005/8/layout/process4"/>
    <dgm:cxn modelId="{577D1DEF-4FDC-2C4D-9258-D684881EEFA4}" type="presParOf" srcId="{67B64FC8-AD77-3846-98CC-FA169D2CF5F6}" destId="{241BF832-F406-D744-A97D-DE7881795318}" srcOrd="2" destOrd="0" presId="urn:microsoft.com/office/officeart/2005/8/layout/process4"/>
    <dgm:cxn modelId="{8150C6ED-2601-CE48-B58B-69333E4C1F82}" type="presParOf" srcId="{241BF832-F406-D744-A97D-DE7881795318}" destId="{42A76D02-BF04-9A49-98DF-ACA672611E88}" srcOrd="0" destOrd="0" presId="urn:microsoft.com/office/officeart/2005/8/layout/process4"/>
    <dgm:cxn modelId="{69B1EBF2-7F38-784C-9CB2-274BEED62559}" type="presParOf" srcId="{241BF832-F406-D744-A97D-DE7881795318}" destId="{673AA385-EA26-0A4F-B248-832DAAA5EC50}" srcOrd="1" destOrd="0" presId="urn:microsoft.com/office/officeart/2005/8/layout/process4"/>
    <dgm:cxn modelId="{CE3856CE-AC09-E341-A8EC-004B709AE263}" type="presParOf" srcId="{241BF832-F406-D744-A97D-DE7881795318}" destId="{F6BF9AE8-6CA6-294A-A4D3-CB9E8ACAD9CA}" srcOrd="2" destOrd="0" presId="urn:microsoft.com/office/officeart/2005/8/layout/process4"/>
    <dgm:cxn modelId="{E0CC9772-FA5C-5148-B094-D4E6AD9843AE}" type="presParOf" srcId="{241BF832-F406-D744-A97D-DE7881795318}" destId="{7F26F1F3-1BF2-8F4B-A7B5-6BBAD531DD05}" srcOrd="3" destOrd="0" presId="urn:microsoft.com/office/officeart/2005/8/layout/process4"/>
    <dgm:cxn modelId="{38B7C192-F210-0345-83C3-6BE272055064}" type="presParOf" srcId="{241BF832-F406-D744-A97D-DE7881795318}" destId="{3C93C558-37F4-8C47-9529-40EE25997DCF}" srcOrd="4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7C63B9E1-FCF6-4DFF-A5DE-3C90E8CC6BDB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9B34377-C7D4-45A9-8D39-8BBA1E423CE7}">
      <dgm:prSet/>
      <dgm:spPr/>
      <dgm:t>
        <a:bodyPr/>
        <a:lstStyle/>
        <a:p>
          <a:r>
            <a:rPr lang="en-US"/>
            <a:t>Burning/gnawing epigastric pain</a:t>
          </a:r>
        </a:p>
      </dgm:t>
    </dgm:pt>
    <dgm:pt modelId="{2550AF91-314B-456E-B422-C98E5C283472}" type="parTrans" cxnId="{3D56225C-8FF2-4C20-9286-BAA0ED20A099}">
      <dgm:prSet/>
      <dgm:spPr/>
      <dgm:t>
        <a:bodyPr/>
        <a:lstStyle/>
        <a:p>
          <a:endParaRPr lang="en-US"/>
        </a:p>
      </dgm:t>
    </dgm:pt>
    <dgm:pt modelId="{39469D28-C558-467B-975C-414CBB96B150}" type="sibTrans" cxnId="{3D56225C-8FF2-4C20-9286-BAA0ED20A099}">
      <dgm:prSet/>
      <dgm:spPr/>
      <dgm:t>
        <a:bodyPr/>
        <a:lstStyle/>
        <a:p>
          <a:endParaRPr lang="en-US"/>
        </a:p>
      </dgm:t>
    </dgm:pt>
    <dgm:pt modelId="{C9208945-C0D7-44AC-937A-6CBCCA3010A6}">
      <dgm:prSet/>
      <dgm:spPr/>
      <dgm:t>
        <a:bodyPr/>
        <a:lstStyle/>
        <a:p>
          <a:r>
            <a:rPr lang="en-US"/>
            <a:t>Dyspepsia</a:t>
          </a:r>
        </a:p>
      </dgm:t>
    </dgm:pt>
    <dgm:pt modelId="{77A6D208-1FE7-4970-B73B-E7D9CE4AE223}" type="parTrans" cxnId="{A3667FC5-A358-43D9-AC07-CA2330BAB4C7}">
      <dgm:prSet/>
      <dgm:spPr/>
      <dgm:t>
        <a:bodyPr/>
        <a:lstStyle/>
        <a:p>
          <a:endParaRPr lang="en-US"/>
        </a:p>
      </dgm:t>
    </dgm:pt>
    <dgm:pt modelId="{D4B2B689-1797-4723-BE76-5B7DAFC1A21C}" type="sibTrans" cxnId="{A3667FC5-A358-43D9-AC07-CA2330BAB4C7}">
      <dgm:prSet/>
      <dgm:spPr/>
      <dgm:t>
        <a:bodyPr/>
        <a:lstStyle/>
        <a:p>
          <a:endParaRPr lang="en-US"/>
        </a:p>
      </dgm:t>
    </dgm:pt>
    <dgm:pt modelId="{E1A88B4E-7B25-44F5-808A-A49ED7FCB9D6}">
      <dgm:prSet/>
      <dgm:spPr/>
      <dgm:t>
        <a:bodyPr/>
        <a:lstStyle/>
        <a:p>
          <a:r>
            <a:rPr lang="en-US"/>
            <a:t>Early satiety</a:t>
          </a:r>
        </a:p>
      </dgm:t>
    </dgm:pt>
    <dgm:pt modelId="{7C34D0EE-240E-402D-B2ED-2B69206D932A}" type="parTrans" cxnId="{507EE7A3-3379-414E-954E-80C7942ECE52}">
      <dgm:prSet/>
      <dgm:spPr/>
      <dgm:t>
        <a:bodyPr/>
        <a:lstStyle/>
        <a:p>
          <a:endParaRPr lang="en-US"/>
        </a:p>
      </dgm:t>
    </dgm:pt>
    <dgm:pt modelId="{896ED2CC-4C31-4976-919F-2194E1D87639}" type="sibTrans" cxnId="{507EE7A3-3379-414E-954E-80C7942ECE52}">
      <dgm:prSet/>
      <dgm:spPr/>
      <dgm:t>
        <a:bodyPr/>
        <a:lstStyle/>
        <a:p>
          <a:endParaRPr lang="en-US"/>
        </a:p>
      </dgm:t>
    </dgm:pt>
    <dgm:pt modelId="{985A2018-5652-48C3-927D-67C67F421B4D}">
      <dgm:prSet/>
      <dgm:spPr/>
      <dgm:t>
        <a:bodyPr/>
        <a:lstStyle/>
        <a:p>
          <a:r>
            <a:rPr lang="en-US"/>
            <a:t>Nausea</a:t>
          </a:r>
        </a:p>
      </dgm:t>
    </dgm:pt>
    <dgm:pt modelId="{DEB81FFC-D9BD-432F-A22A-BC5331EB0684}" type="parTrans" cxnId="{FE56C6E1-04D7-4F03-86C7-3984E67B3F02}">
      <dgm:prSet/>
      <dgm:spPr/>
      <dgm:t>
        <a:bodyPr/>
        <a:lstStyle/>
        <a:p>
          <a:endParaRPr lang="en-US"/>
        </a:p>
      </dgm:t>
    </dgm:pt>
    <dgm:pt modelId="{C734657C-16BC-4AD0-8FEA-6BC70F4F8F57}" type="sibTrans" cxnId="{FE56C6E1-04D7-4F03-86C7-3984E67B3F02}">
      <dgm:prSet/>
      <dgm:spPr/>
      <dgm:t>
        <a:bodyPr/>
        <a:lstStyle/>
        <a:p>
          <a:endParaRPr lang="en-US"/>
        </a:p>
      </dgm:t>
    </dgm:pt>
    <dgm:pt modelId="{71C4BFD2-A89A-4AA0-A9A7-CA49D4659D68}">
      <dgm:prSet/>
      <dgm:spPr/>
      <dgm:t>
        <a:bodyPr/>
        <a:lstStyle/>
        <a:p>
          <a:r>
            <a:rPr lang="en-US"/>
            <a:t>Alarm features:</a:t>
          </a:r>
        </a:p>
      </dgm:t>
    </dgm:pt>
    <dgm:pt modelId="{4C575BC4-9684-4ED6-AAC5-3BDADAF6E189}" type="parTrans" cxnId="{5F67324C-66DB-481D-97DF-A96536788B90}">
      <dgm:prSet/>
      <dgm:spPr/>
      <dgm:t>
        <a:bodyPr/>
        <a:lstStyle/>
        <a:p>
          <a:endParaRPr lang="en-US"/>
        </a:p>
      </dgm:t>
    </dgm:pt>
    <dgm:pt modelId="{B45C7946-AAB3-4C75-B72D-28202727055B}" type="sibTrans" cxnId="{5F67324C-66DB-481D-97DF-A96536788B90}">
      <dgm:prSet/>
      <dgm:spPr/>
      <dgm:t>
        <a:bodyPr/>
        <a:lstStyle/>
        <a:p>
          <a:endParaRPr lang="en-US"/>
        </a:p>
      </dgm:t>
    </dgm:pt>
    <dgm:pt modelId="{BB60A02C-2D39-49CB-9EED-F64388DB4A8F}">
      <dgm:prSet/>
      <dgm:spPr/>
      <dgm:t>
        <a:bodyPr/>
        <a:lstStyle/>
        <a:p>
          <a:r>
            <a:rPr lang="en-US"/>
            <a:t>GI bleeding or anemia</a:t>
          </a:r>
        </a:p>
      </dgm:t>
    </dgm:pt>
    <dgm:pt modelId="{FDD1BF2C-8555-453F-919C-92C843BE0367}" type="parTrans" cxnId="{94361EB3-B85E-4AD3-91AC-D868046AAA81}">
      <dgm:prSet/>
      <dgm:spPr/>
      <dgm:t>
        <a:bodyPr/>
        <a:lstStyle/>
        <a:p>
          <a:endParaRPr lang="en-US"/>
        </a:p>
      </dgm:t>
    </dgm:pt>
    <dgm:pt modelId="{EC44AD93-24FA-4EDF-A8A2-5BBD769A9B5B}" type="sibTrans" cxnId="{94361EB3-B85E-4AD3-91AC-D868046AAA81}">
      <dgm:prSet/>
      <dgm:spPr/>
      <dgm:t>
        <a:bodyPr/>
        <a:lstStyle/>
        <a:p>
          <a:endParaRPr lang="en-US"/>
        </a:p>
      </dgm:t>
    </dgm:pt>
    <dgm:pt modelId="{B3729F53-BE5C-4988-845D-5DDC5D81910B}">
      <dgm:prSet/>
      <dgm:spPr/>
      <dgm:t>
        <a:bodyPr/>
        <a:lstStyle/>
        <a:p>
          <a:r>
            <a:rPr lang="en-US"/>
            <a:t>Unintentional weight loss</a:t>
          </a:r>
        </a:p>
      </dgm:t>
    </dgm:pt>
    <dgm:pt modelId="{698EB6D0-FD53-4EEB-9BF5-13678840403F}" type="parTrans" cxnId="{870A54DE-EF0E-4B4B-BE59-F2FADAA07739}">
      <dgm:prSet/>
      <dgm:spPr/>
      <dgm:t>
        <a:bodyPr/>
        <a:lstStyle/>
        <a:p>
          <a:endParaRPr lang="en-US"/>
        </a:p>
      </dgm:t>
    </dgm:pt>
    <dgm:pt modelId="{4F42D4F5-1C09-4CE9-AD91-545F92FBCF83}" type="sibTrans" cxnId="{870A54DE-EF0E-4B4B-BE59-F2FADAA07739}">
      <dgm:prSet/>
      <dgm:spPr/>
      <dgm:t>
        <a:bodyPr/>
        <a:lstStyle/>
        <a:p>
          <a:endParaRPr lang="en-US"/>
        </a:p>
      </dgm:t>
    </dgm:pt>
    <dgm:pt modelId="{12386200-5B5B-4C2B-9471-A1F60A125E8E}">
      <dgm:prSet/>
      <dgm:spPr/>
      <dgm:t>
        <a:bodyPr/>
        <a:lstStyle/>
        <a:p>
          <a:r>
            <a:rPr lang="en-US"/>
            <a:t>Progressive dysphagia</a:t>
          </a:r>
        </a:p>
      </dgm:t>
    </dgm:pt>
    <dgm:pt modelId="{E97BC63D-B08F-4261-8F5E-8A036C13CF7E}" type="parTrans" cxnId="{EA20DB61-0DFC-40A0-AB68-B833C772F4A7}">
      <dgm:prSet/>
      <dgm:spPr/>
      <dgm:t>
        <a:bodyPr/>
        <a:lstStyle/>
        <a:p>
          <a:endParaRPr lang="en-US"/>
        </a:p>
      </dgm:t>
    </dgm:pt>
    <dgm:pt modelId="{3ABDDDAB-BA4C-4804-9745-BF131DAF4081}" type="sibTrans" cxnId="{EA20DB61-0DFC-40A0-AB68-B833C772F4A7}">
      <dgm:prSet/>
      <dgm:spPr/>
      <dgm:t>
        <a:bodyPr/>
        <a:lstStyle/>
        <a:p>
          <a:endParaRPr lang="en-US"/>
        </a:p>
      </dgm:t>
    </dgm:pt>
    <dgm:pt modelId="{D6190400-2D0A-4280-8C13-0E89431034AC}">
      <dgm:prSet/>
      <dgm:spPr/>
      <dgm:t>
        <a:bodyPr/>
        <a:lstStyle/>
        <a:p>
          <a:r>
            <a:rPr lang="en-US"/>
            <a:t>Older patient w/ new or progressive sx </a:t>
          </a:r>
        </a:p>
      </dgm:t>
    </dgm:pt>
    <dgm:pt modelId="{D3758E34-01ED-493F-9CE1-BE5B0048CD5E}" type="parTrans" cxnId="{B9DF3CE5-AFD8-4C9F-BFA6-3BCFD873C3DC}">
      <dgm:prSet/>
      <dgm:spPr/>
      <dgm:t>
        <a:bodyPr/>
        <a:lstStyle/>
        <a:p>
          <a:endParaRPr lang="en-US"/>
        </a:p>
      </dgm:t>
    </dgm:pt>
    <dgm:pt modelId="{AD9593E6-7529-42F4-B152-8C6E5CBE1056}" type="sibTrans" cxnId="{B9DF3CE5-AFD8-4C9F-BFA6-3BCFD873C3DC}">
      <dgm:prSet/>
      <dgm:spPr/>
      <dgm:t>
        <a:bodyPr/>
        <a:lstStyle/>
        <a:p>
          <a:endParaRPr lang="en-US"/>
        </a:p>
      </dgm:t>
    </dgm:pt>
    <dgm:pt modelId="{A2E40C5C-1F43-9F48-8BE8-05AEBCD95F97}" type="pres">
      <dgm:prSet presAssocID="{7C63B9E1-FCF6-4DFF-A5DE-3C90E8CC6BDB}" presName="linear" presStyleCnt="0">
        <dgm:presLayoutVars>
          <dgm:dir/>
          <dgm:animLvl val="lvl"/>
          <dgm:resizeHandles val="exact"/>
        </dgm:presLayoutVars>
      </dgm:prSet>
      <dgm:spPr/>
    </dgm:pt>
    <dgm:pt modelId="{F1A931AB-37CA-CC4A-BEB5-15B5C7E83ACE}" type="pres">
      <dgm:prSet presAssocID="{F9B34377-C7D4-45A9-8D39-8BBA1E423CE7}" presName="parentLin" presStyleCnt="0"/>
      <dgm:spPr/>
    </dgm:pt>
    <dgm:pt modelId="{36309842-3B50-294B-A25A-ABB3F7EAAB14}" type="pres">
      <dgm:prSet presAssocID="{F9B34377-C7D4-45A9-8D39-8BBA1E423CE7}" presName="parentLeftMargin" presStyleLbl="node1" presStyleIdx="0" presStyleCnt="5"/>
      <dgm:spPr/>
    </dgm:pt>
    <dgm:pt modelId="{37DD24DF-07FC-3641-8FCF-4B5A33174356}" type="pres">
      <dgm:prSet presAssocID="{F9B34377-C7D4-45A9-8D39-8BBA1E423CE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38D065A-BA3E-0C48-98A6-97ACB010D0FF}" type="pres">
      <dgm:prSet presAssocID="{F9B34377-C7D4-45A9-8D39-8BBA1E423CE7}" presName="negativeSpace" presStyleCnt="0"/>
      <dgm:spPr/>
    </dgm:pt>
    <dgm:pt modelId="{F268A41B-5D50-FE4F-A2DF-3057FA146284}" type="pres">
      <dgm:prSet presAssocID="{F9B34377-C7D4-45A9-8D39-8BBA1E423CE7}" presName="childText" presStyleLbl="conFgAcc1" presStyleIdx="0" presStyleCnt="5">
        <dgm:presLayoutVars>
          <dgm:bulletEnabled val="1"/>
        </dgm:presLayoutVars>
      </dgm:prSet>
      <dgm:spPr/>
    </dgm:pt>
    <dgm:pt modelId="{66D37163-9ACD-A14E-B23B-37595621C361}" type="pres">
      <dgm:prSet presAssocID="{39469D28-C558-467B-975C-414CBB96B150}" presName="spaceBetweenRectangles" presStyleCnt="0"/>
      <dgm:spPr/>
    </dgm:pt>
    <dgm:pt modelId="{5DBFD06C-385E-024A-B474-138A1A54F4B7}" type="pres">
      <dgm:prSet presAssocID="{C9208945-C0D7-44AC-937A-6CBCCA3010A6}" presName="parentLin" presStyleCnt="0"/>
      <dgm:spPr/>
    </dgm:pt>
    <dgm:pt modelId="{DE9B7403-710C-E64C-BB50-AD8D1A76BE80}" type="pres">
      <dgm:prSet presAssocID="{C9208945-C0D7-44AC-937A-6CBCCA3010A6}" presName="parentLeftMargin" presStyleLbl="node1" presStyleIdx="0" presStyleCnt="5"/>
      <dgm:spPr/>
    </dgm:pt>
    <dgm:pt modelId="{1B303345-C3F9-444C-A433-F224B8925372}" type="pres">
      <dgm:prSet presAssocID="{C9208945-C0D7-44AC-937A-6CBCCA3010A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B85D59E-AD8D-EF4B-9CA8-92A4D08A275B}" type="pres">
      <dgm:prSet presAssocID="{C9208945-C0D7-44AC-937A-6CBCCA3010A6}" presName="negativeSpace" presStyleCnt="0"/>
      <dgm:spPr/>
    </dgm:pt>
    <dgm:pt modelId="{E189D4DF-72EE-ED4B-8390-ED70982CD8BD}" type="pres">
      <dgm:prSet presAssocID="{C9208945-C0D7-44AC-937A-6CBCCA3010A6}" presName="childText" presStyleLbl="conFgAcc1" presStyleIdx="1" presStyleCnt="5">
        <dgm:presLayoutVars>
          <dgm:bulletEnabled val="1"/>
        </dgm:presLayoutVars>
      </dgm:prSet>
      <dgm:spPr/>
    </dgm:pt>
    <dgm:pt modelId="{B61F550D-1600-AF4B-B316-89FDD6F8A5F7}" type="pres">
      <dgm:prSet presAssocID="{D4B2B689-1797-4723-BE76-5B7DAFC1A21C}" presName="spaceBetweenRectangles" presStyleCnt="0"/>
      <dgm:spPr/>
    </dgm:pt>
    <dgm:pt modelId="{9EC65235-B1BC-804E-804C-108697A6EEF3}" type="pres">
      <dgm:prSet presAssocID="{E1A88B4E-7B25-44F5-808A-A49ED7FCB9D6}" presName="parentLin" presStyleCnt="0"/>
      <dgm:spPr/>
    </dgm:pt>
    <dgm:pt modelId="{816C1628-7704-9649-855C-CF9E0BBB7A17}" type="pres">
      <dgm:prSet presAssocID="{E1A88B4E-7B25-44F5-808A-A49ED7FCB9D6}" presName="parentLeftMargin" presStyleLbl="node1" presStyleIdx="1" presStyleCnt="5"/>
      <dgm:spPr/>
    </dgm:pt>
    <dgm:pt modelId="{AE3290A0-BF1E-8C49-8577-6FB1DAA493A9}" type="pres">
      <dgm:prSet presAssocID="{E1A88B4E-7B25-44F5-808A-A49ED7FCB9D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FBF399A-4F56-B341-A8CF-34A2CA7367B9}" type="pres">
      <dgm:prSet presAssocID="{E1A88B4E-7B25-44F5-808A-A49ED7FCB9D6}" presName="negativeSpace" presStyleCnt="0"/>
      <dgm:spPr/>
    </dgm:pt>
    <dgm:pt modelId="{4C65CF43-E4D3-5140-A05C-3E5F7E85670A}" type="pres">
      <dgm:prSet presAssocID="{E1A88B4E-7B25-44F5-808A-A49ED7FCB9D6}" presName="childText" presStyleLbl="conFgAcc1" presStyleIdx="2" presStyleCnt="5">
        <dgm:presLayoutVars>
          <dgm:bulletEnabled val="1"/>
        </dgm:presLayoutVars>
      </dgm:prSet>
      <dgm:spPr/>
    </dgm:pt>
    <dgm:pt modelId="{AC507FFD-AEAD-1E4F-8D3A-E7D2C7AF7FCC}" type="pres">
      <dgm:prSet presAssocID="{896ED2CC-4C31-4976-919F-2194E1D87639}" presName="spaceBetweenRectangles" presStyleCnt="0"/>
      <dgm:spPr/>
    </dgm:pt>
    <dgm:pt modelId="{9B3363DF-840D-0F42-BA65-0703618CB74B}" type="pres">
      <dgm:prSet presAssocID="{985A2018-5652-48C3-927D-67C67F421B4D}" presName="parentLin" presStyleCnt="0"/>
      <dgm:spPr/>
    </dgm:pt>
    <dgm:pt modelId="{81027CB5-8FDB-A44C-8968-5F6D6B7EC749}" type="pres">
      <dgm:prSet presAssocID="{985A2018-5652-48C3-927D-67C67F421B4D}" presName="parentLeftMargin" presStyleLbl="node1" presStyleIdx="2" presStyleCnt="5"/>
      <dgm:spPr/>
    </dgm:pt>
    <dgm:pt modelId="{A31ABE6D-B13A-4B4B-80F3-962155F89FF1}" type="pres">
      <dgm:prSet presAssocID="{985A2018-5652-48C3-927D-67C67F421B4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FA25629-DCBD-4F49-A27A-86EFF30BDE4A}" type="pres">
      <dgm:prSet presAssocID="{985A2018-5652-48C3-927D-67C67F421B4D}" presName="negativeSpace" presStyleCnt="0"/>
      <dgm:spPr/>
    </dgm:pt>
    <dgm:pt modelId="{58FCBC5F-2337-A045-89EF-7E3CD4192D37}" type="pres">
      <dgm:prSet presAssocID="{985A2018-5652-48C3-927D-67C67F421B4D}" presName="childText" presStyleLbl="conFgAcc1" presStyleIdx="3" presStyleCnt="5">
        <dgm:presLayoutVars>
          <dgm:bulletEnabled val="1"/>
        </dgm:presLayoutVars>
      </dgm:prSet>
      <dgm:spPr/>
    </dgm:pt>
    <dgm:pt modelId="{7F00C3AE-7763-DA46-88D4-DD0A75FC7EAD}" type="pres">
      <dgm:prSet presAssocID="{C734657C-16BC-4AD0-8FEA-6BC70F4F8F57}" presName="spaceBetweenRectangles" presStyleCnt="0"/>
      <dgm:spPr/>
    </dgm:pt>
    <dgm:pt modelId="{C3689EA3-CAF8-2046-961A-06CFE914400B}" type="pres">
      <dgm:prSet presAssocID="{71C4BFD2-A89A-4AA0-A9A7-CA49D4659D68}" presName="parentLin" presStyleCnt="0"/>
      <dgm:spPr/>
    </dgm:pt>
    <dgm:pt modelId="{E4A343D0-BD3B-C84C-B05E-1230B59DD460}" type="pres">
      <dgm:prSet presAssocID="{71C4BFD2-A89A-4AA0-A9A7-CA49D4659D68}" presName="parentLeftMargin" presStyleLbl="node1" presStyleIdx="3" presStyleCnt="5"/>
      <dgm:spPr/>
    </dgm:pt>
    <dgm:pt modelId="{1EDEB620-7710-FA43-AF7C-FC69FDEF41D6}" type="pres">
      <dgm:prSet presAssocID="{71C4BFD2-A89A-4AA0-A9A7-CA49D4659D68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9AC6BF36-8293-B140-8F81-17EBC6259EC1}" type="pres">
      <dgm:prSet presAssocID="{71C4BFD2-A89A-4AA0-A9A7-CA49D4659D68}" presName="negativeSpace" presStyleCnt="0"/>
      <dgm:spPr/>
    </dgm:pt>
    <dgm:pt modelId="{626A9C74-772F-E044-AF95-8E5FA685A9F7}" type="pres">
      <dgm:prSet presAssocID="{71C4BFD2-A89A-4AA0-A9A7-CA49D4659D68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74DD6913-B27D-4E48-A533-7DB812AA4B5F}" type="presOf" srcId="{7C63B9E1-FCF6-4DFF-A5DE-3C90E8CC6BDB}" destId="{A2E40C5C-1F43-9F48-8BE8-05AEBCD95F97}" srcOrd="0" destOrd="0" presId="urn:microsoft.com/office/officeart/2005/8/layout/list1"/>
    <dgm:cxn modelId="{D8F25117-8020-AF46-81DD-4A882AB8AEFA}" type="presOf" srcId="{12386200-5B5B-4C2B-9471-A1F60A125E8E}" destId="{626A9C74-772F-E044-AF95-8E5FA685A9F7}" srcOrd="0" destOrd="2" presId="urn:microsoft.com/office/officeart/2005/8/layout/list1"/>
    <dgm:cxn modelId="{DDA4E23F-F7A8-D245-9D63-461AB91F9D38}" type="presOf" srcId="{B3729F53-BE5C-4988-845D-5DDC5D81910B}" destId="{626A9C74-772F-E044-AF95-8E5FA685A9F7}" srcOrd="0" destOrd="1" presId="urn:microsoft.com/office/officeart/2005/8/layout/list1"/>
    <dgm:cxn modelId="{3D56225C-8FF2-4C20-9286-BAA0ED20A099}" srcId="{7C63B9E1-FCF6-4DFF-A5DE-3C90E8CC6BDB}" destId="{F9B34377-C7D4-45A9-8D39-8BBA1E423CE7}" srcOrd="0" destOrd="0" parTransId="{2550AF91-314B-456E-B422-C98E5C283472}" sibTransId="{39469D28-C558-467B-975C-414CBB96B150}"/>
    <dgm:cxn modelId="{B80D265C-64F6-214E-96CB-CC73B9F7B63E}" type="presOf" srcId="{F9B34377-C7D4-45A9-8D39-8BBA1E423CE7}" destId="{37DD24DF-07FC-3641-8FCF-4B5A33174356}" srcOrd="1" destOrd="0" presId="urn:microsoft.com/office/officeart/2005/8/layout/list1"/>
    <dgm:cxn modelId="{EA20DB61-0DFC-40A0-AB68-B833C772F4A7}" srcId="{71C4BFD2-A89A-4AA0-A9A7-CA49D4659D68}" destId="{12386200-5B5B-4C2B-9471-A1F60A125E8E}" srcOrd="2" destOrd="0" parTransId="{E97BC63D-B08F-4261-8F5E-8A036C13CF7E}" sibTransId="{3ABDDDAB-BA4C-4804-9745-BF131DAF4081}"/>
    <dgm:cxn modelId="{86E14263-FC0E-0F4C-9F22-320C7D0BDCEB}" type="presOf" srcId="{C9208945-C0D7-44AC-937A-6CBCCA3010A6}" destId="{DE9B7403-710C-E64C-BB50-AD8D1A76BE80}" srcOrd="0" destOrd="0" presId="urn:microsoft.com/office/officeart/2005/8/layout/list1"/>
    <dgm:cxn modelId="{AE168065-8E99-7846-93F9-194042724992}" type="presOf" srcId="{F9B34377-C7D4-45A9-8D39-8BBA1E423CE7}" destId="{36309842-3B50-294B-A25A-ABB3F7EAAB14}" srcOrd="0" destOrd="0" presId="urn:microsoft.com/office/officeart/2005/8/layout/list1"/>
    <dgm:cxn modelId="{5F67324C-66DB-481D-97DF-A96536788B90}" srcId="{7C63B9E1-FCF6-4DFF-A5DE-3C90E8CC6BDB}" destId="{71C4BFD2-A89A-4AA0-A9A7-CA49D4659D68}" srcOrd="4" destOrd="0" parTransId="{4C575BC4-9684-4ED6-AAC5-3BDADAF6E189}" sibTransId="{B45C7946-AAB3-4C75-B72D-28202727055B}"/>
    <dgm:cxn modelId="{41A4BE8F-9990-1740-B763-9394EC5A09A1}" type="presOf" srcId="{BB60A02C-2D39-49CB-9EED-F64388DB4A8F}" destId="{626A9C74-772F-E044-AF95-8E5FA685A9F7}" srcOrd="0" destOrd="0" presId="urn:microsoft.com/office/officeart/2005/8/layout/list1"/>
    <dgm:cxn modelId="{507EE7A3-3379-414E-954E-80C7942ECE52}" srcId="{7C63B9E1-FCF6-4DFF-A5DE-3C90E8CC6BDB}" destId="{E1A88B4E-7B25-44F5-808A-A49ED7FCB9D6}" srcOrd="2" destOrd="0" parTransId="{7C34D0EE-240E-402D-B2ED-2B69206D932A}" sibTransId="{896ED2CC-4C31-4976-919F-2194E1D87639}"/>
    <dgm:cxn modelId="{49E3FDB1-5109-134C-990C-E38458112567}" type="presOf" srcId="{71C4BFD2-A89A-4AA0-A9A7-CA49D4659D68}" destId="{1EDEB620-7710-FA43-AF7C-FC69FDEF41D6}" srcOrd="1" destOrd="0" presId="urn:microsoft.com/office/officeart/2005/8/layout/list1"/>
    <dgm:cxn modelId="{94361EB3-B85E-4AD3-91AC-D868046AAA81}" srcId="{71C4BFD2-A89A-4AA0-A9A7-CA49D4659D68}" destId="{BB60A02C-2D39-49CB-9EED-F64388DB4A8F}" srcOrd="0" destOrd="0" parTransId="{FDD1BF2C-8555-453F-919C-92C843BE0367}" sibTransId="{EC44AD93-24FA-4EDF-A8A2-5BBD769A9B5B}"/>
    <dgm:cxn modelId="{B8B8A8B9-4B2A-B942-A158-E314E3B49AB9}" type="presOf" srcId="{985A2018-5652-48C3-927D-67C67F421B4D}" destId="{81027CB5-8FDB-A44C-8968-5F6D6B7EC749}" srcOrd="0" destOrd="0" presId="urn:microsoft.com/office/officeart/2005/8/layout/list1"/>
    <dgm:cxn modelId="{D040E4B9-A86F-CA44-9D49-3C2D3DCB6812}" type="presOf" srcId="{D6190400-2D0A-4280-8C13-0E89431034AC}" destId="{626A9C74-772F-E044-AF95-8E5FA685A9F7}" srcOrd="0" destOrd="3" presId="urn:microsoft.com/office/officeart/2005/8/layout/list1"/>
    <dgm:cxn modelId="{B3CEF0C0-4F0A-1F42-AB47-1FB27E05284A}" type="presOf" srcId="{71C4BFD2-A89A-4AA0-A9A7-CA49D4659D68}" destId="{E4A343D0-BD3B-C84C-B05E-1230B59DD460}" srcOrd="0" destOrd="0" presId="urn:microsoft.com/office/officeart/2005/8/layout/list1"/>
    <dgm:cxn modelId="{A3667FC5-A358-43D9-AC07-CA2330BAB4C7}" srcId="{7C63B9E1-FCF6-4DFF-A5DE-3C90E8CC6BDB}" destId="{C9208945-C0D7-44AC-937A-6CBCCA3010A6}" srcOrd="1" destOrd="0" parTransId="{77A6D208-1FE7-4970-B73B-E7D9CE4AE223}" sibTransId="{D4B2B689-1797-4723-BE76-5B7DAFC1A21C}"/>
    <dgm:cxn modelId="{5063C4D2-4326-6A4B-8E62-467D1A582FDC}" type="presOf" srcId="{E1A88B4E-7B25-44F5-808A-A49ED7FCB9D6}" destId="{816C1628-7704-9649-855C-CF9E0BBB7A17}" srcOrd="0" destOrd="0" presId="urn:microsoft.com/office/officeart/2005/8/layout/list1"/>
    <dgm:cxn modelId="{870A54DE-EF0E-4B4B-BE59-F2FADAA07739}" srcId="{71C4BFD2-A89A-4AA0-A9A7-CA49D4659D68}" destId="{B3729F53-BE5C-4988-845D-5DDC5D81910B}" srcOrd="1" destOrd="0" parTransId="{698EB6D0-FD53-4EEB-9BF5-13678840403F}" sibTransId="{4F42D4F5-1C09-4CE9-AD91-545F92FBCF83}"/>
    <dgm:cxn modelId="{95D4EFE0-5383-7E44-AD26-5B1AC1645416}" type="presOf" srcId="{985A2018-5652-48C3-927D-67C67F421B4D}" destId="{A31ABE6D-B13A-4B4B-80F3-962155F89FF1}" srcOrd="1" destOrd="0" presId="urn:microsoft.com/office/officeart/2005/8/layout/list1"/>
    <dgm:cxn modelId="{AD2F44E1-4E42-1C48-932E-B35C11106122}" type="presOf" srcId="{C9208945-C0D7-44AC-937A-6CBCCA3010A6}" destId="{1B303345-C3F9-444C-A433-F224B8925372}" srcOrd="1" destOrd="0" presId="urn:microsoft.com/office/officeart/2005/8/layout/list1"/>
    <dgm:cxn modelId="{FE56C6E1-04D7-4F03-86C7-3984E67B3F02}" srcId="{7C63B9E1-FCF6-4DFF-A5DE-3C90E8CC6BDB}" destId="{985A2018-5652-48C3-927D-67C67F421B4D}" srcOrd="3" destOrd="0" parTransId="{DEB81FFC-D9BD-432F-A22A-BC5331EB0684}" sibTransId="{C734657C-16BC-4AD0-8FEA-6BC70F4F8F57}"/>
    <dgm:cxn modelId="{1212BCE4-9FE1-D449-A7DE-F933C9D152DD}" type="presOf" srcId="{E1A88B4E-7B25-44F5-808A-A49ED7FCB9D6}" destId="{AE3290A0-BF1E-8C49-8577-6FB1DAA493A9}" srcOrd="1" destOrd="0" presId="urn:microsoft.com/office/officeart/2005/8/layout/list1"/>
    <dgm:cxn modelId="{B9DF3CE5-AFD8-4C9F-BFA6-3BCFD873C3DC}" srcId="{71C4BFD2-A89A-4AA0-A9A7-CA49D4659D68}" destId="{D6190400-2D0A-4280-8C13-0E89431034AC}" srcOrd="3" destOrd="0" parTransId="{D3758E34-01ED-493F-9CE1-BE5B0048CD5E}" sibTransId="{AD9593E6-7529-42F4-B152-8C6E5CBE1056}"/>
    <dgm:cxn modelId="{57A4D1CE-6740-5F41-95C4-96E2E80A44F5}" type="presParOf" srcId="{A2E40C5C-1F43-9F48-8BE8-05AEBCD95F97}" destId="{F1A931AB-37CA-CC4A-BEB5-15B5C7E83ACE}" srcOrd="0" destOrd="0" presId="urn:microsoft.com/office/officeart/2005/8/layout/list1"/>
    <dgm:cxn modelId="{42478342-4EBB-6748-93E0-ED7DA3DA9294}" type="presParOf" srcId="{F1A931AB-37CA-CC4A-BEB5-15B5C7E83ACE}" destId="{36309842-3B50-294B-A25A-ABB3F7EAAB14}" srcOrd="0" destOrd="0" presId="urn:microsoft.com/office/officeart/2005/8/layout/list1"/>
    <dgm:cxn modelId="{1D9A4945-5E7C-AC4E-B4CA-27B419902D29}" type="presParOf" srcId="{F1A931AB-37CA-CC4A-BEB5-15B5C7E83ACE}" destId="{37DD24DF-07FC-3641-8FCF-4B5A33174356}" srcOrd="1" destOrd="0" presId="urn:microsoft.com/office/officeart/2005/8/layout/list1"/>
    <dgm:cxn modelId="{31EA742D-C9FF-FB4B-BADE-5C1AC59F0FA6}" type="presParOf" srcId="{A2E40C5C-1F43-9F48-8BE8-05AEBCD95F97}" destId="{C38D065A-BA3E-0C48-98A6-97ACB010D0FF}" srcOrd="1" destOrd="0" presId="urn:microsoft.com/office/officeart/2005/8/layout/list1"/>
    <dgm:cxn modelId="{F633DF82-060B-B445-AC66-CE0E5B25DDDA}" type="presParOf" srcId="{A2E40C5C-1F43-9F48-8BE8-05AEBCD95F97}" destId="{F268A41B-5D50-FE4F-A2DF-3057FA146284}" srcOrd="2" destOrd="0" presId="urn:microsoft.com/office/officeart/2005/8/layout/list1"/>
    <dgm:cxn modelId="{BBC8CA75-16D1-1B46-AC90-49C2315AB92F}" type="presParOf" srcId="{A2E40C5C-1F43-9F48-8BE8-05AEBCD95F97}" destId="{66D37163-9ACD-A14E-B23B-37595621C361}" srcOrd="3" destOrd="0" presId="urn:microsoft.com/office/officeart/2005/8/layout/list1"/>
    <dgm:cxn modelId="{E8A650BB-4E52-9A4A-93D5-2421DBFD7632}" type="presParOf" srcId="{A2E40C5C-1F43-9F48-8BE8-05AEBCD95F97}" destId="{5DBFD06C-385E-024A-B474-138A1A54F4B7}" srcOrd="4" destOrd="0" presId="urn:microsoft.com/office/officeart/2005/8/layout/list1"/>
    <dgm:cxn modelId="{9185078E-8F95-2744-A7BA-1A64A17FD08A}" type="presParOf" srcId="{5DBFD06C-385E-024A-B474-138A1A54F4B7}" destId="{DE9B7403-710C-E64C-BB50-AD8D1A76BE80}" srcOrd="0" destOrd="0" presId="urn:microsoft.com/office/officeart/2005/8/layout/list1"/>
    <dgm:cxn modelId="{9F8B5325-8508-2149-84A6-4D52343EB6A9}" type="presParOf" srcId="{5DBFD06C-385E-024A-B474-138A1A54F4B7}" destId="{1B303345-C3F9-444C-A433-F224B8925372}" srcOrd="1" destOrd="0" presId="urn:microsoft.com/office/officeart/2005/8/layout/list1"/>
    <dgm:cxn modelId="{061C3F9B-9F90-FD40-9D64-95AC4ED990A9}" type="presParOf" srcId="{A2E40C5C-1F43-9F48-8BE8-05AEBCD95F97}" destId="{FB85D59E-AD8D-EF4B-9CA8-92A4D08A275B}" srcOrd="5" destOrd="0" presId="urn:microsoft.com/office/officeart/2005/8/layout/list1"/>
    <dgm:cxn modelId="{23DE8964-40DB-E44E-8594-3C0DC6E53662}" type="presParOf" srcId="{A2E40C5C-1F43-9F48-8BE8-05AEBCD95F97}" destId="{E189D4DF-72EE-ED4B-8390-ED70982CD8BD}" srcOrd="6" destOrd="0" presId="urn:microsoft.com/office/officeart/2005/8/layout/list1"/>
    <dgm:cxn modelId="{0C0D5465-A64E-E945-94EA-47D33EB4BC8F}" type="presParOf" srcId="{A2E40C5C-1F43-9F48-8BE8-05AEBCD95F97}" destId="{B61F550D-1600-AF4B-B316-89FDD6F8A5F7}" srcOrd="7" destOrd="0" presId="urn:microsoft.com/office/officeart/2005/8/layout/list1"/>
    <dgm:cxn modelId="{6312A80F-D076-8D45-AA82-E11B5703FEE3}" type="presParOf" srcId="{A2E40C5C-1F43-9F48-8BE8-05AEBCD95F97}" destId="{9EC65235-B1BC-804E-804C-108697A6EEF3}" srcOrd="8" destOrd="0" presId="urn:microsoft.com/office/officeart/2005/8/layout/list1"/>
    <dgm:cxn modelId="{667527D8-3B55-E640-839C-DA2D3877006D}" type="presParOf" srcId="{9EC65235-B1BC-804E-804C-108697A6EEF3}" destId="{816C1628-7704-9649-855C-CF9E0BBB7A17}" srcOrd="0" destOrd="0" presId="urn:microsoft.com/office/officeart/2005/8/layout/list1"/>
    <dgm:cxn modelId="{BDB92AF8-10E6-AF42-B446-FA25273707E1}" type="presParOf" srcId="{9EC65235-B1BC-804E-804C-108697A6EEF3}" destId="{AE3290A0-BF1E-8C49-8577-6FB1DAA493A9}" srcOrd="1" destOrd="0" presId="urn:microsoft.com/office/officeart/2005/8/layout/list1"/>
    <dgm:cxn modelId="{9C642257-30CC-F14E-AEA7-3245DBB53F63}" type="presParOf" srcId="{A2E40C5C-1F43-9F48-8BE8-05AEBCD95F97}" destId="{7FBF399A-4F56-B341-A8CF-34A2CA7367B9}" srcOrd="9" destOrd="0" presId="urn:microsoft.com/office/officeart/2005/8/layout/list1"/>
    <dgm:cxn modelId="{8AB560A1-3051-FA40-9F9C-3888B54090F1}" type="presParOf" srcId="{A2E40C5C-1F43-9F48-8BE8-05AEBCD95F97}" destId="{4C65CF43-E4D3-5140-A05C-3E5F7E85670A}" srcOrd="10" destOrd="0" presId="urn:microsoft.com/office/officeart/2005/8/layout/list1"/>
    <dgm:cxn modelId="{E4C4B494-49B5-3F42-88EE-C795BF36189B}" type="presParOf" srcId="{A2E40C5C-1F43-9F48-8BE8-05AEBCD95F97}" destId="{AC507FFD-AEAD-1E4F-8D3A-E7D2C7AF7FCC}" srcOrd="11" destOrd="0" presId="urn:microsoft.com/office/officeart/2005/8/layout/list1"/>
    <dgm:cxn modelId="{D0AA5B43-1E83-3946-A0FD-7854B704388A}" type="presParOf" srcId="{A2E40C5C-1F43-9F48-8BE8-05AEBCD95F97}" destId="{9B3363DF-840D-0F42-BA65-0703618CB74B}" srcOrd="12" destOrd="0" presId="urn:microsoft.com/office/officeart/2005/8/layout/list1"/>
    <dgm:cxn modelId="{3F7D99F6-9490-9849-B291-F52292A06FE7}" type="presParOf" srcId="{9B3363DF-840D-0F42-BA65-0703618CB74B}" destId="{81027CB5-8FDB-A44C-8968-5F6D6B7EC749}" srcOrd="0" destOrd="0" presId="urn:microsoft.com/office/officeart/2005/8/layout/list1"/>
    <dgm:cxn modelId="{EC022D7C-1D5D-1547-92E1-36FC81CD79A6}" type="presParOf" srcId="{9B3363DF-840D-0F42-BA65-0703618CB74B}" destId="{A31ABE6D-B13A-4B4B-80F3-962155F89FF1}" srcOrd="1" destOrd="0" presId="urn:microsoft.com/office/officeart/2005/8/layout/list1"/>
    <dgm:cxn modelId="{ED932207-D8CA-8C49-A367-30FAF4217BF4}" type="presParOf" srcId="{A2E40C5C-1F43-9F48-8BE8-05AEBCD95F97}" destId="{9FA25629-DCBD-4F49-A27A-86EFF30BDE4A}" srcOrd="13" destOrd="0" presId="urn:microsoft.com/office/officeart/2005/8/layout/list1"/>
    <dgm:cxn modelId="{43F3A39D-E042-BB47-B557-D1A2FC8DE23A}" type="presParOf" srcId="{A2E40C5C-1F43-9F48-8BE8-05AEBCD95F97}" destId="{58FCBC5F-2337-A045-89EF-7E3CD4192D37}" srcOrd="14" destOrd="0" presId="urn:microsoft.com/office/officeart/2005/8/layout/list1"/>
    <dgm:cxn modelId="{31C23196-7F4D-5C48-81B4-C9D7F066D13F}" type="presParOf" srcId="{A2E40C5C-1F43-9F48-8BE8-05AEBCD95F97}" destId="{7F00C3AE-7763-DA46-88D4-DD0A75FC7EAD}" srcOrd="15" destOrd="0" presId="urn:microsoft.com/office/officeart/2005/8/layout/list1"/>
    <dgm:cxn modelId="{9965B734-36CE-0643-B459-25182AA40492}" type="presParOf" srcId="{A2E40C5C-1F43-9F48-8BE8-05AEBCD95F97}" destId="{C3689EA3-CAF8-2046-961A-06CFE914400B}" srcOrd="16" destOrd="0" presId="urn:microsoft.com/office/officeart/2005/8/layout/list1"/>
    <dgm:cxn modelId="{491F45EB-21DA-7241-9CEC-EC8B9A228111}" type="presParOf" srcId="{C3689EA3-CAF8-2046-961A-06CFE914400B}" destId="{E4A343D0-BD3B-C84C-B05E-1230B59DD460}" srcOrd="0" destOrd="0" presId="urn:microsoft.com/office/officeart/2005/8/layout/list1"/>
    <dgm:cxn modelId="{A0214E84-13A1-8C47-8E6B-408C4CF2BD0A}" type="presParOf" srcId="{C3689EA3-CAF8-2046-961A-06CFE914400B}" destId="{1EDEB620-7710-FA43-AF7C-FC69FDEF41D6}" srcOrd="1" destOrd="0" presId="urn:microsoft.com/office/officeart/2005/8/layout/list1"/>
    <dgm:cxn modelId="{3EDF0CF0-7E14-D542-AB56-1C4D8E643D9C}" type="presParOf" srcId="{A2E40C5C-1F43-9F48-8BE8-05AEBCD95F97}" destId="{9AC6BF36-8293-B140-8F81-17EBC6259EC1}" srcOrd="17" destOrd="0" presId="urn:microsoft.com/office/officeart/2005/8/layout/list1"/>
    <dgm:cxn modelId="{25D73229-904E-914F-9F34-4609B1472512}" type="presParOf" srcId="{A2E40C5C-1F43-9F48-8BE8-05AEBCD95F97}" destId="{626A9C74-772F-E044-AF95-8E5FA685A9F7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782A6C2D-CD36-479F-A935-2E65AC0B805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2AF4FF8-8357-434C-B84D-49BD85F4A498}">
      <dgm:prSet/>
      <dgm:spPr/>
      <dgm:t>
        <a:bodyPr/>
        <a:lstStyle/>
        <a:p>
          <a:r>
            <a:rPr lang="en-US"/>
            <a:t>Stop NSAIDs</a:t>
          </a:r>
        </a:p>
      </dgm:t>
    </dgm:pt>
    <dgm:pt modelId="{C46BD05C-B154-4E93-B88E-07D6B99DD9F8}" type="parTrans" cxnId="{77705622-DF20-41C4-B108-CF6E1FA4DB87}">
      <dgm:prSet/>
      <dgm:spPr/>
      <dgm:t>
        <a:bodyPr/>
        <a:lstStyle/>
        <a:p>
          <a:endParaRPr lang="en-US"/>
        </a:p>
      </dgm:t>
    </dgm:pt>
    <dgm:pt modelId="{89B90E15-70E7-4B8A-87D6-147345B81369}" type="sibTrans" cxnId="{77705622-DF20-41C4-B108-CF6E1FA4DB87}">
      <dgm:prSet/>
      <dgm:spPr/>
      <dgm:t>
        <a:bodyPr/>
        <a:lstStyle/>
        <a:p>
          <a:endParaRPr lang="en-US"/>
        </a:p>
      </dgm:t>
    </dgm:pt>
    <dgm:pt modelId="{1188020D-6062-4DBB-A57E-B24A76832D95}">
      <dgm:prSet/>
      <dgm:spPr/>
      <dgm:t>
        <a:bodyPr/>
        <a:lstStyle/>
        <a:p>
          <a:r>
            <a:rPr lang="en-US"/>
            <a:t>Consider COX-2 agent if must continue </a:t>
          </a:r>
        </a:p>
      </dgm:t>
    </dgm:pt>
    <dgm:pt modelId="{D5CFAD39-ED4F-477E-8B60-D06FF54E2F12}" type="parTrans" cxnId="{EE8B27B9-2A02-472D-9208-A5996CEE1DE6}">
      <dgm:prSet/>
      <dgm:spPr/>
      <dgm:t>
        <a:bodyPr/>
        <a:lstStyle/>
        <a:p>
          <a:endParaRPr lang="en-US"/>
        </a:p>
      </dgm:t>
    </dgm:pt>
    <dgm:pt modelId="{46BE2C9C-5C3A-407F-83FD-2F790FAAAF89}" type="sibTrans" cxnId="{EE8B27B9-2A02-472D-9208-A5996CEE1DE6}">
      <dgm:prSet/>
      <dgm:spPr/>
      <dgm:t>
        <a:bodyPr/>
        <a:lstStyle/>
        <a:p>
          <a:endParaRPr lang="en-US"/>
        </a:p>
      </dgm:t>
    </dgm:pt>
    <dgm:pt modelId="{27AC2C8A-314D-48CA-AC22-55FE007ABC2B}">
      <dgm:prSet/>
      <dgm:spPr/>
      <dgm:t>
        <a:bodyPr/>
        <a:lstStyle/>
        <a:p>
          <a:r>
            <a:rPr lang="en-US"/>
            <a:t>PPI for 4-8 weeks</a:t>
          </a:r>
        </a:p>
      </dgm:t>
    </dgm:pt>
    <dgm:pt modelId="{0321079D-803E-4A99-82B6-A2B1EA2246F5}" type="parTrans" cxnId="{DAECD07E-953F-4A12-AB06-F1CFA9B0CA70}">
      <dgm:prSet/>
      <dgm:spPr/>
      <dgm:t>
        <a:bodyPr/>
        <a:lstStyle/>
        <a:p>
          <a:endParaRPr lang="en-US"/>
        </a:p>
      </dgm:t>
    </dgm:pt>
    <dgm:pt modelId="{D1443BC1-8C6D-4E2C-AB79-F745B13DA614}" type="sibTrans" cxnId="{DAECD07E-953F-4A12-AB06-F1CFA9B0CA70}">
      <dgm:prSet/>
      <dgm:spPr/>
      <dgm:t>
        <a:bodyPr/>
        <a:lstStyle/>
        <a:p>
          <a:endParaRPr lang="en-US"/>
        </a:p>
      </dgm:t>
    </dgm:pt>
    <dgm:pt modelId="{600BDA7D-07B8-4103-8D7E-1BF259AEE7C6}">
      <dgm:prSet/>
      <dgm:spPr/>
      <dgm:t>
        <a:bodyPr/>
        <a:lstStyle/>
        <a:p>
          <a:r>
            <a:rPr lang="en-US"/>
            <a:t>Longer treatment for large or complicated ulcers </a:t>
          </a:r>
        </a:p>
      </dgm:t>
    </dgm:pt>
    <dgm:pt modelId="{8F7D00F3-17F4-4407-88F2-3C95FB33A62D}" type="parTrans" cxnId="{02FEF060-5592-4552-ABE2-FC9AE48E0119}">
      <dgm:prSet/>
      <dgm:spPr/>
      <dgm:t>
        <a:bodyPr/>
        <a:lstStyle/>
        <a:p>
          <a:endParaRPr lang="en-US"/>
        </a:p>
      </dgm:t>
    </dgm:pt>
    <dgm:pt modelId="{B09967E9-0CB5-410B-9559-722E2AC334B3}" type="sibTrans" cxnId="{02FEF060-5592-4552-ABE2-FC9AE48E0119}">
      <dgm:prSet/>
      <dgm:spPr/>
      <dgm:t>
        <a:bodyPr/>
        <a:lstStyle/>
        <a:p>
          <a:endParaRPr lang="en-US"/>
        </a:p>
      </dgm:t>
    </dgm:pt>
    <dgm:pt modelId="{371312E6-DF81-4CAD-9B57-82E88EB2E9C1}">
      <dgm:prSet/>
      <dgm:spPr/>
      <dgm:t>
        <a:bodyPr/>
        <a:lstStyle/>
        <a:p>
          <a:r>
            <a:rPr lang="en-US"/>
            <a:t>Test for H pylori</a:t>
          </a:r>
        </a:p>
      </dgm:t>
    </dgm:pt>
    <dgm:pt modelId="{687EB5D5-D612-40DE-8278-F39F2D6AC99F}" type="parTrans" cxnId="{36FEF8B4-EB61-4409-A906-DE044C4054D8}">
      <dgm:prSet/>
      <dgm:spPr/>
      <dgm:t>
        <a:bodyPr/>
        <a:lstStyle/>
        <a:p>
          <a:endParaRPr lang="en-US"/>
        </a:p>
      </dgm:t>
    </dgm:pt>
    <dgm:pt modelId="{1C55BCDB-5101-44ED-B915-0D8FDC36E7E8}" type="sibTrans" cxnId="{36FEF8B4-EB61-4409-A906-DE044C4054D8}">
      <dgm:prSet/>
      <dgm:spPr/>
      <dgm:t>
        <a:bodyPr/>
        <a:lstStyle/>
        <a:p>
          <a:endParaRPr lang="en-US"/>
        </a:p>
      </dgm:t>
    </dgm:pt>
    <dgm:pt modelId="{2B56CD46-57E3-214B-9976-B9A3D3816B24}" type="pres">
      <dgm:prSet presAssocID="{782A6C2D-CD36-479F-A935-2E65AC0B8057}" presName="linear" presStyleCnt="0">
        <dgm:presLayoutVars>
          <dgm:animLvl val="lvl"/>
          <dgm:resizeHandles val="exact"/>
        </dgm:presLayoutVars>
      </dgm:prSet>
      <dgm:spPr/>
    </dgm:pt>
    <dgm:pt modelId="{446925F0-9C1E-7144-9A94-7F1648342C47}" type="pres">
      <dgm:prSet presAssocID="{22AF4FF8-8357-434C-B84D-49BD85F4A49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15AF425-AD92-CA49-AF85-80DBAA64B73F}" type="pres">
      <dgm:prSet presAssocID="{22AF4FF8-8357-434C-B84D-49BD85F4A498}" presName="childText" presStyleLbl="revTx" presStyleIdx="0" presStyleCnt="2">
        <dgm:presLayoutVars>
          <dgm:bulletEnabled val="1"/>
        </dgm:presLayoutVars>
      </dgm:prSet>
      <dgm:spPr/>
    </dgm:pt>
    <dgm:pt modelId="{255B2DB9-607A-0C4C-A0A3-A8F6B64BB3D8}" type="pres">
      <dgm:prSet presAssocID="{27AC2C8A-314D-48CA-AC22-55FE007ABC2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319E857-E80C-314B-9B4D-B3BD59A227D6}" type="pres">
      <dgm:prSet presAssocID="{27AC2C8A-314D-48CA-AC22-55FE007ABC2B}" presName="childText" presStyleLbl="revTx" presStyleIdx="1" presStyleCnt="2">
        <dgm:presLayoutVars>
          <dgm:bulletEnabled val="1"/>
        </dgm:presLayoutVars>
      </dgm:prSet>
      <dgm:spPr/>
    </dgm:pt>
    <dgm:pt modelId="{A0E4AE37-E974-644C-B158-55EB57FB71A8}" type="pres">
      <dgm:prSet presAssocID="{371312E6-DF81-4CAD-9B57-82E88EB2E9C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7705622-DF20-41C4-B108-CF6E1FA4DB87}" srcId="{782A6C2D-CD36-479F-A935-2E65AC0B8057}" destId="{22AF4FF8-8357-434C-B84D-49BD85F4A498}" srcOrd="0" destOrd="0" parTransId="{C46BD05C-B154-4E93-B88E-07D6B99DD9F8}" sibTransId="{89B90E15-70E7-4B8A-87D6-147345B81369}"/>
    <dgm:cxn modelId="{70187C34-43B8-5747-A8F9-7A8ECC840C52}" type="presOf" srcId="{1188020D-6062-4DBB-A57E-B24A76832D95}" destId="{615AF425-AD92-CA49-AF85-80DBAA64B73F}" srcOrd="0" destOrd="0" presId="urn:microsoft.com/office/officeart/2005/8/layout/vList2"/>
    <dgm:cxn modelId="{BE37AB3D-DEAA-7842-A619-CA4AD31B6855}" type="presOf" srcId="{22AF4FF8-8357-434C-B84D-49BD85F4A498}" destId="{446925F0-9C1E-7144-9A94-7F1648342C47}" srcOrd="0" destOrd="0" presId="urn:microsoft.com/office/officeart/2005/8/layout/vList2"/>
    <dgm:cxn modelId="{6507295D-2FB6-2D46-8895-44A1876B3F54}" type="presOf" srcId="{27AC2C8A-314D-48CA-AC22-55FE007ABC2B}" destId="{255B2DB9-607A-0C4C-A0A3-A8F6B64BB3D8}" srcOrd="0" destOrd="0" presId="urn:microsoft.com/office/officeart/2005/8/layout/vList2"/>
    <dgm:cxn modelId="{02FEF060-5592-4552-ABE2-FC9AE48E0119}" srcId="{27AC2C8A-314D-48CA-AC22-55FE007ABC2B}" destId="{600BDA7D-07B8-4103-8D7E-1BF259AEE7C6}" srcOrd="0" destOrd="0" parTransId="{8F7D00F3-17F4-4407-88F2-3C95FB33A62D}" sibTransId="{B09967E9-0CB5-410B-9559-722E2AC334B3}"/>
    <dgm:cxn modelId="{E58B9A61-6CA0-FF4E-8D3C-5C57FB20EE1B}" type="presOf" srcId="{782A6C2D-CD36-479F-A935-2E65AC0B8057}" destId="{2B56CD46-57E3-214B-9976-B9A3D3816B24}" srcOrd="0" destOrd="0" presId="urn:microsoft.com/office/officeart/2005/8/layout/vList2"/>
    <dgm:cxn modelId="{DAECD07E-953F-4A12-AB06-F1CFA9B0CA70}" srcId="{782A6C2D-CD36-479F-A935-2E65AC0B8057}" destId="{27AC2C8A-314D-48CA-AC22-55FE007ABC2B}" srcOrd="1" destOrd="0" parTransId="{0321079D-803E-4A99-82B6-A2B1EA2246F5}" sibTransId="{D1443BC1-8C6D-4E2C-AB79-F745B13DA614}"/>
    <dgm:cxn modelId="{AD3E118B-A340-6246-A0C8-CE4068FED182}" type="presOf" srcId="{600BDA7D-07B8-4103-8D7E-1BF259AEE7C6}" destId="{7319E857-E80C-314B-9B4D-B3BD59A227D6}" srcOrd="0" destOrd="0" presId="urn:microsoft.com/office/officeart/2005/8/layout/vList2"/>
    <dgm:cxn modelId="{2AE0FB99-8C63-0F4F-8FB0-855C50CCB6F4}" type="presOf" srcId="{371312E6-DF81-4CAD-9B57-82E88EB2E9C1}" destId="{A0E4AE37-E974-644C-B158-55EB57FB71A8}" srcOrd="0" destOrd="0" presId="urn:microsoft.com/office/officeart/2005/8/layout/vList2"/>
    <dgm:cxn modelId="{36FEF8B4-EB61-4409-A906-DE044C4054D8}" srcId="{782A6C2D-CD36-479F-A935-2E65AC0B8057}" destId="{371312E6-DF81-4CAD-9B57-82E88EB2E9C1}" srcOrd="2" destOrd="0" parTransId="{687EB5D5-D612-40DE-8278-F39F2D6AC99F}" sibTransId="{1C55BCDB-5101-44ED-B915-0D8FDC36E7E8}"/>
    <dgm:cxn modelId="{EE8B27B9-2A02-472D-9208-A5996CEE1DE6}" srcId="{22AF4FF8-8357-434C-B84D-49BD85F4A498}" destId="{1188020D-6062-4DBB-A57E-B24A76832D95}" srcOrd="0" destOrd="0" parTransId="{D5CFAD39-ED4F-477E-8B60-D06FF54E2F12}" sibTransId="{46BE2C9C-5C3A-407F-83FD-2F790FAAAF89}"/>
    <dgm:cxn modelId="{78DE9A90-A609-8144-941A-8CA9A98EA0E8}" type="presParOf" srcId="{2B56CD46-57E3-214B-9976-B9A3D3816B24}" destId="{446925F0-9C1E-7144-9A94-7F1648342C47}" srcOrd="0" destOrd="0" presId="urn:microsoft.com/office/officeart/2005/8/layout/vList2"/>
    <dgm:cxn modelId="{1BE8624D-2543-4241-8501-4495C8227409}" type="presParOf" srcId="{2B56CD46-57E3-214B-9976-B9A3D3816B24}" destId="{615AF425-AD92-CA49-AF85-80DBAA64B73F}" srcOrd="1" destOrd="0" presId="urn:microsoft.com/office/officeart/2005/8/layout/vList2"/>
    <dgm:cxn modelId="{93CD3C70-313F-6E45-8D55-17DC04101FE5}" type="presParOf" srcId="{2B56CD46-57E3-214B-9976-B9A3D3816B24}" destId="{255B2DB9-607A-0C4C-A0A3-A8F6B64BB3D8}" srcOrd="2" destOrd="0" presId="urn:microsoft.com/office/officeart/2005/8/layout/vList2"/>
    <dgm:cxn modelId="{7BADA956-61CF-934A-8C82-AAF8B1AFFE36}" type="presParOf" srcId="{2B56CD46-57E3-214B-9976-B9A3D3816B24}" destId="{7319E857-E80C-314B-9B4D-B3BD59A227D6}" srcOrd="3" destOrd="0" presId="urn:microsoft.com/office/officeart/2005/8/layout/vList2"/>
    <dgm:cxn modelId="{D514D9DE-EC99-3941-9A5C-4B0BE307FD80}" type="presParOf" srcId="{2B56CD46-57E3-214B-9976-B9A3D3816B24}" destId="{A0E4AE37-E974-644C-B158-55EB57FB71A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76584CD8-EE4F-46F5-9FA0-411AEABF7BD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9EFC4B2-1717-499E-B12C-A24BD4D63C3B}">
      <dgm:prSet/>
      <dgm:spPr/>
      <dgm:t>
        <a:bodyPr/>
        <a:lstStyle/>
        <a:p>
          <a:r>
            <a:rPr lang="en-US"/>
            <a:t>Bleeding</a:t>
          </a:r>
        </a:p>
      </dgm:t>
    </dgm:pt>
    <dgm:pt modelId="{E4216371-5653-4EAE-A882-1FC3F185754A}" type="parTrans" cxnId="{5E80A573-9B64-49F6-8781-97EA12CB872A}">
      <dgm:prSet/>
      <dgm:spPr/>
      <dgm:t>
        <a:bodyPr/>
        <a:lstStyle/>
        <a:p>
          <a:endParaRPr lang="en-US"/>
        </a:p>
      </dgm:t>
    </dgm:pt>
    <dgm:pt modelId="{2AA050FD-FCB7-4DBA-9FBD-0994461E6A63}" type="sibTrans" cxnId="{5E80A573-9B64-49F6-8781-97EA12CB872A}">
      <dgm:prSet/>
      <dgm:spPr/>
      <dgm:t>
        <a:bodyPr/>
        <a:lstStyle/>
        <a:p>
          <a:endParaRPr lang="en-US"/>
        </a:p>
      </dgm:t>
    </dgm:pt>
    <dgm:pt modelId="{A460C963-A0E7-407E-986D-BCB71B6ED0E6}">
      <dgm:prSet/>
      <dgm:spPr/>
      <dgm:t>
        <a:bodyPr/>
        <a:lstStyle/>
        <a:p>
          <a:r>
            <a:rPr lang="en-US"/>
            <a:t>Most common</a:t>
          </a:r>
        </a:p>
      </dgm:t>
    </dgm:pt>
    <dgm:pt modelId="{44DFBF55-EBFB-446C-9EB5-9D7C09CCCF7C}" type="parTrans" cxnId="{794310E9-151F-4EA6-A505-7A8EA59C58DF}">
      <dgm:prSet/>
      <dgm:spPr/>
      <dgm:t>
        <a:bodyPr/>
        <a:lstStyle/>
        <a:p>
          <a:endParaRPr lang="en-US"/>
        </a:p>
      </dgm:t>
    </dgm:pt>
    <dgm:pt modelId="{FF837B08-FB7A-4579-B936-CACF85C91604}" type="sibTrans" cxnId="{794310E9-151F-4EA6-A505-7A8EA59C58DF}">
      <dgm:prSet/>
      <dgm:spPr/>
      <dgm:t>
        <a:bodyPr/>
        <a:lstStyle/>
        <a:p>
          <a:endParaRPr lang="en-US"/>
        </a:p>
      </dgm:t>
    </dgm:pt>
    <dgm:pt modelId="{4397E432-1464-4D8E-A5CA-CC7EE1AC450C}">
      <dgm:prSet/>
      <dgm:spPr/>
      <dgm:t>
        <a:bodyPr/>
        <a:lstStyle/>
        <a:p>
          <a:r>
            <a:rPr lang="en-US"/>
            <a:t>Perforation</a:t>
          </a:r>
        </a:p>
      </dgm:t>
    </dgm:pt>
    <dgm:pt modelId="{8AD2D771-39FE-433E-9F97-358079925183}" type="parTrans" cxnId="{B858EBBE-F83E-4E6E-BEEC-92E30E16AC68}">
      <dgm:prSet/>
      <dgm:spPr/>
      <dgm:t>
        <a:bodyPr/>
        <a:lstStyle/>
        <a:p>
          <a:endParaRPr lang="en-US"/>
        </a:p>
      </dgm:t>
    </dgm:pt>
    <dgm:pt modelId="{6D3F8976-C7D3-4124-BCC6-F5B5119AB6E3}" type="sibTrans" cxnId="{B858EBBE-F83E-4E6E-BEEC-92E30E16AC68}">
      <dgm:prSet/>
      <dgm:spPr/>
      <dgm:t>
        <a:bodyPr/>
        <a:lstStyle/>
        <a:p>
          <a:endParaRPr lang="en-US"/>
        </a:p>
      </dgm:t>
    </dgm:pt>
    <dgm:pt modelId="{339C7342-8076-4092-B9ED-34EB5E3CD6CB}">
      <dgm:prSet/>
      <dgm:spPr/>
      <dgm:t>
        <a:bodyPr/>
        <a:lstStyle/>
        <a:p>
          <a:r>
            <a:rPr lang="en-US"/>
            <a:t>Sudden severe abd pain</a:t>
          </a:r>
        </a:p>
      </dgm:t>
    </dgm:pt>
    <dgm:pt modelId="{9E8497A5-EA8E-4C70-85B1-1FCD5A4F4B11}" type="parTrans" cxnId="{AC0A5F89-7938-49E3-8843-DFCCEBD3D0FC}">
      <dgm:prSet/>
      <dgm:spPr/>
      <dgm:t>
        <a:bodyPr/>
        <a:lstStyle/>
        <a:p>
          <a:endParaRPr lang="en-US"/>
        </a:p>
      </dgm:t>
    </dgm:pt>
    <dgm:pt modelId="{0E3FEA91-6102-43E5-B4B5-B1F7922C7E4B}" type="sibTrans" cxnId="{AC0A5F89-7938-49E3-8843-DFCCEBD3D0FC}">
      <dgm:prSet/>
      <dgm:spPr/>
      <dgm:t>
        <a:bodyPr/>
        <a:lstStyle/>
        <a:p>
          <a:endParaRPr lang="en-US"/>
        </a:p>
      </dgm:t>
    </dgm:pt>
    <dgm:pt modelId="{709D9CDA-AEEB-449F-A267-406CFD54EFDF}">
      <dgm:prSet/>
      <dgm:spPr/>
      <dgm:t>
        <a:bodyPr/>
        <a:lstStyle/>
        <a:p>
          <a:r>
            <a:rPr lang="en-US"/>
            <a:t>Free air under diaphgram </a:t>
          </a:r>
        </a:p>
      </dgm:t>
    </dgm:pt>
    <dgm:pt modelId="{72EF3187-E23C-43AD-BCCD-01459364E126}" type="parTrans" cxnId="{718195DA-8A04-413B-A85A-47AF12DE085A}">
      <dgm:prSet/>
      <dgm:spPr/>
      <dgm:t>
        <a:bodyPr/>
        <a:lstStyle/>
        <a:p>
          <a:endParaRPr lang="en-US"/>
        </a:p>
      </dgm:t>
    </dgm:pt>
    <dgm:pt modelId="{5D95CAE7-174F-4E59-864B-47895FD499D5}" type="sibTrans" cxnId="{718195DA-8A04-413B-A85A-47AF12DE085A}">
      <dgm:prSet/>
      <dgm:spPr/>
      <dgm:t>
        <a:bodyPr/>
        <a:lstStyle/>
        <a:p>
          <a:endParaRPr lang="en-US"/>
        </a:p>
      </dgm:t>
    </dgm:pt>
    <dgm:pt modelId="{74B0BBA3-8EAA-4C84-ABA1-355ED0BF0872}">
      <dgm:prSet/>
      <dgm:spPr/>
      <dgm:t>
        <a:bodyPr/>
        <a:lstStyle/>
        <a:p>
          <a:r>
            <a:rPr lang="en-US"/>
            <a:t>Penetration</a:t>
          </a:r>
        </a:p>
      </dgm:t>
    </dgm:pt>
    <dgm:pt modelId="{0554984A-C2A1-4EE5-9414-36A39A0BD8BD}" type="parTrans" cxnId="{14CA0487-7488-4E52-A258-8149E761F4F6}">
      <dgm:prSet/>
      <dgm:spPr/>
      <dgm:t>
        <a:bodyPr/>
        <a:lstStyle/>
        <a:p>
          <a:endParaRPr lang="en-US"/>
        </a:p>
      </dgm:t>
    </dgm:pt>
    <dgm:pt modelId="{3D974DC3-5CB5-4A68-80ED-30D47DAED223}" type="sibTrans" cxnId="{14CA0487-7488-4E52-A258-8149E761F4F6}">
      <dgm:prSet/>
      <dgm:spPr/>
      <dgm:t>
        <a:bodyPr/>
        <a:lstStyle/>
        <a:p>
          <a:endParaRPr lang="en-US"/>
        </a:p>
      </dgm:t>
    </dgm:pt>
    <dgm:pt modelId="{C76156F6-61F6-401F-AC94-B9342E7EC822}">
      <dgm:prSet/>
      <dgm:spPr/>
      <dgm:t>
        <a:bodyPr/>
        <a:lstStyle/>
        <a:p>
          <a:r>
            <a:rPr lang="en-US"/>
            <a:t>Ulcer extends into adjacent organ </a:t>
          </a:r>
        </a:p>
      </dgm:t>
    </dgm:pt>
    <dgm:pt modelId="{0147515D-87D1-4AFF-9380-3351C9363E96}" type="parTrans" cxnId="{76B2DB18-EA39-4B51-8D03-44CD18D7A8D3}">
      <dgm:prSet/>
      <dgm:spPr/>
      <dgm:t>
        <a:bodyPr/>
        <a:lstStyle/>
        <a:p>
          <a:endParaRPr lang="en-US"/>
        </a:p>
      </dgm:t>
    </dgm:pt>
    <dgm:pt modelId="{28815F2A-516C-465B-8523-386E01BA73D2}" type="sibTrans" cxnId="{76B2DB18-EA39-4B51-8D03-44CD18D7A8D3}">
      <dgm:prSet/>
      <dgm:spPr/>
      <dgm:t>
        <a:bodyPr/>
        <a:lstStyle/>
        <a:p>
          <a:endParaRPr lang="en-US"/>
        </a:p>
      </dgm:t>
    </dgm:pt>
    <dgm:pt modelId="{3BDE4647-A961-4035-B5D2-F3D4F86A0F51}">
      <dgm:prSet/>
      <dgm:spPr/>
      <dgm:t>
        <a:bodyPr/>
        <a:lstStyle/>
        <a:p>
          <a:r>
            <a:rPr lang="en-US"/>
            <a:t>Posterior duodenal ulcers penetrate into the pancreas</a:t>
          </a:r>
        </a:p>
      </dgm:t>
    </dgm:pt>
    <dgm:pt modelId="{1C439D8C-9A8D-4116-B9CB-29DF03D06105}" type="parTrans" cxnId="{AF0396D9-39A3-42AE-99E3-FE61F4AB25DA}">
      <dgm:prSet/>
      <dgm:spPr/>
      <dgm:t>
        <a:bodyPr/>
        <a:lstStyle/>
        <a:p>
          <a:endParaRPr lang="en-US"/>
        </a:p>
      </dgm:t>
    </dgm:pt>
    <dgm:pt modelId="{342A5D92-69CD-428B-896F-8BE1D666779D}" type="sibTrans" cxnId="{AF0396D9-39A3-42AE-99E3-FE61F4AB25DA}">
      <dgm:prSet/>
      <dgm:spPr/>
      <dgm:t>
        <a:bodyPr/>
        <a:lstStyle/>
        <a:p>
          <a:endParaRPr lang="en-US"/>
        </a:p>
      </dgm:t>
    </dgm:pt>
    <dgm:pt modelId="{BFA145C5-0B88-4EC1-902B-FFA3C8CF315B}">
      <dgm:prSet/>
      <dgm:spPr/>
      <dgm:t>
        <a:bodyPr/>
        <a:lstStyle/>
        <a:p>
          <a:r>
            <a:rPr lang="en-US"/>
            <a:t>Gastric outlet obstruction</a:t>
          </a:r>
        </a:p>
      </dgm:t>
    </dgm:pt>
    <dgm:pt modelId="{2271AD9A-198F-41A9-B480-17A0913F2DCC}" type="parTrans" cxnId="{6C9FCFF8-1091-452A-897D-631669ED13E5}">
      <dgm:prSet/>
      <dgm:spPr/>
      <dgm:t>
        <a:bodyPr/>
        <a:lstStyle/>
        <a:p>
          <a:endParaRPr lang="en-US"/>
        </a:p>
      </dgm:t>
    </dgm:pt>
    <dgm:pt modelId="{179F1465-8611-4163-B2EB-75C94956507F}" type="sibTrans" cxnId="{6C9FCFF8-1091-452A-897D-631669ED13E5}">
      <dgm:prSet/>
      <dgm:spPr/>
      <dgm:t>
        <a:bodyPr/>
        <a:lstStyle/>
        <a:p>
          <a:endParaRPr lang="en-US"/>
        </a:p>
      </dgm:t>
    </dgm:pt>
    <dgm:pt modelId="{9C65F392-C7C0-4FC0-8CE1-8538B944A8ED}">
      <dgm:prSet/>
      <dgm:spPr/>
      <dgm:t>
        <a:bodyPr/>
        <a:lstStyle/>
        <a:p>
          <a:r>
            <a:rPr lang="en-US"/>
            <a:t>Inflammation/scarring near the pylorus</a:t>
          </a:r>
        </a:p>
      </dgm:t>
    </dgm:pt>
    <dgm:pt modelId="{40A96216-47BD-47B7-A67A-EDFF5085326C}" type="parTrans" cxnId="{617CDAB5-D9CA-4F5F-B2A0-CC75C8E65383}">
      <dgm:prSet/>
      <dgm:spPr/>
      <dgm:t>
        <a:bodyPr/>
        <a:lstStyle/>
        <a:p>
          <a:endParaRPr lang="en-US"/>
        </a:p>
      </dgm:t>
    </dgm:pt>
    <dgm:pt modelId="{689035D5-E320-41F0-B2D6-26BC21A1A413}" type="sibTrans" cxnId="{617CDAB5-D9CA-4F5F-B2A0-CC75C8E65383}">
      <dgm:prSet/>
      <dgm:spPr/>
      <dgm:t>
        <a:bodyPr/>
        <a:lstStyle/>
        <a:p>
          <a:endParaRPr lang="en-US"/>
        </a:p>
      </dgm:t>
    </dgm:pt>
    <dgm:pt modelId="{2A3F8CA4-3305-484A-8055-D96DB6A3D79F}">
      <dgm:prSet/>
      <dgm:spPr/>
      <dgm:t>
        <a:bodyPr/>
        <a:lstStyle/>
        <a:p>
          <a:r>
            <a:rPr lang="en-US"/>
            <a:t>Malignancy</a:t>
          </a:r>
        </a:p>
      </dgm:t>
    </dgm:pt>
    <dgm:pt modelId="{5A19A91B-EC17-4D53-A547-6154833862C1}" type="parTrans" cxnId="{8F71078A-ECA5-4D58-BA43-D7C6759044CD}">
      <dgm:prSet/>
      <dgm:spPr/>
      <dgm:t>
        <a:bodyPr/>
        <a:lstStyle/>
        <a:p>
          <a:endParaRPr lang="en-US"/>
        </a:p>
      </dgm:t>
    </dgm:pt>
    <dgm:pt modelId="{8D07E4F9-C77B-412C-AE3B-0BC8915CC7EA}" type="sibTrans" cxnId="{8F71078A-ECA5-4D58-BA43-D7C6759044CD}">
      <dgm:prSet/>
      <dgm:spPr/>
      <dgm:t>
        <a:bodyPr/>
        <a:lstStyle/>
        <a:p>
          <a:endParaRPr lang="en-US"/>
        </a:p>
      </dgm:t>
    </dgm:pt>
    <dgm:pt modelId="{6CE6E364-2817-9B44-A094-C369DD9F7408}" type="pres">
      <dgm:prSet presAssocID="{76584CD8-EE4F-46F5-9FA0-411AEABF7BD3}" presName="linear" presStyleCnt="0">
        <dgm:presLayoutVars>
          <dgm:animLvl val="lvl"/>
          <dgm:resizeHandles val="exact"/>
        </dgm:presLayoutVars>
      </dgm:prSet>
      <dgm:spPr/>
    </dgm:pt>
    <dgm:pt modelId="{EEC88A5B-D2C1-8D49-B7CA-4175C746CABC}" type="pres">
      <dgm:prSet presAssocID="{79EFC4B2-1717-499E-B12C-A24BD4D63C3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50E5BF7-B9C5-9F48-BA76-3FC7434B2134}" type="pres">
      <dgm:prSet presAssocID="{79EFC4B2-1717-499E-B12C-A24BD4D63C3B}" presName="childText" presStyleLbl="revTx" presStyleIdx="0" presStyleCnt="4">
        <dgm:presLayoutVars>
          <dgm:bulletEnabled val="1"/>
        </dgm:presLayoutVars>
      </dgm:prSet>
      <dgm:spPr/>
    </dgm:pt>
    <dgm:pt modelId="{5A27C031-AEAD-E043-8F56-94E3066B628A}" type="pres">
      <dgm:prSet presAssocID="{4397E432-1464-4D8E-A5CA-CC7EE1AC450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E7A08AF-5FA7-E14B-8C85-FD9EE28B6627}" type="pres">
      <dgm:prSet presAssocID="{4397E432-1464-4D8E-A5CA-CC7EE1AC450C}" presName="childText" presStyleLbl="revTx" presStyleIdx="1" presStyleCnt="4">
        <dgm:presLayoutVars>
          <dgm:bulletEnabled val="1"/>
        </dgm:presLayoutVars>
      </dgm:prSet>
      <dgm:spPr/>
    </dgm:pt>
    <dgm:pt modelId="{05EAD570-B0B1-EA47-AC1A-15EEE9F47D83}" type="pres">
      <dgm:prSet presAssocID="{74B0BBA3-8EAA-4C84-ABA1-355ED0BF087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4ED675A-4982-9644-B919-7100A942D105}" type="pres">
      <dgm:prSet presAssocID="{74B0BBA3-8EAA-4C84-ABA1-355ED0BF0872}" presName="childText" presStyleLbl="revTx" presStyleIdx="2" presStyleCnt="4">
        <dgm:presLayoutVars>
          <dgm:bulletEnabled val="1"/>
        </dgm:presLayoutVars>
      </dgm:prSet>
      <dgm:spPr/>
    </dgm:pt>
    <dgm:pt modelId="{72DE0167-246A-8043-AC18-699C30202BD8}" type="pres">
      <dgm:prSet presAssocID="{BFA145C5-0B88-4EC1-902B-FFA3C8CF315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2B94EBC-7082-C946-ACC9-FC6E55B705CE}" type="pres">
      <dgm:prSet presAssocID="{BFA145C5-0B88-4EC1-902B-FFA3C8CF315B}" presName="childText" presStyleLbl="revTx" presStyleIdx="3" presStyleCnt="4">
        <dgm:presLayoutVars>
          <dgm:bulletEnabled val="1"/>
        </dgm:presLayoutVars>
      </dgm:prSet>
      <dgm:spPr/>
    </dgm:pt>
    <dgm:pt modelId="{CEF9E30E-67C9-8648-A63C-4B70B30F246B}" type="pres">
      <dgm:prSet presAssocID="{2A3F8CA4-3305-484A-8055-D96DB6A3D79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DB4E209-3782-EC40-9A95-BFCEBA5F5734}" type="presOf" srcId="{74B0BBA3-8EAA-4C84-ABA1-355ED0BF0872}" destId="{05EAD570-B0B1-EA47-AC1A-15EEE9F47D83}" srcOrd="0" destOrd="0" presId="urn:microsoft.com/office/officeart/2005/8/layout/vList2"/>
    <dgm:cxn modelId="{76B2DB18-EA39-4B51-8D03-44CD18D7A8D3}" srcId="{74B0BBA3-8EAA-4C84-ABA1-355ED0BF0872}" destId="{C76156F6-61F6-401F-AC94-B9342E7EC822}" srcOrd="0" destOrd="0" parTransId="{0147515D-87D1-4AFF-9380-3351C9363E96}" sibTransId="{28815F2A-516C-465B-8523-386E01BA73D2}"/>
    <dgm:cxn modelId="{4DAA9C2B-1496-8343-ACD7-D669A8F685F4}" type="presOf" srcId="{76584CD8-EE4F-46F5-9FA0-411AEABF7BD3}" destId="{6CE6E364-2817-9B44-A094-C369DD9F7408}" srcOrd="0" destOrd="0" presId="urn:microsoft.com/office/officeart/2005/8/layout/vList2"/>
    <dgm:cxn modelId="{C676803C-DB81-8441-9774-BB3049B42142}" type="presOf" srcId="{339C7342-8076-4092-B9ED-34EB5E3CD6CB}" destId="{6E7A08AF-5FA7-E14B-8C85-FD9EE28B6627}" srcOrd="0" destOrd="0" presId="urn:microsoft.com/office/officeart/2005/8/layout/vList2"/>
    <dgm:cxn modelId="{D05E6543-E948-F34A-8DE0-D606F02D6DFE}" type="presOf" srcId="{2A3F8CA4-3305-484A-8055-D96DB6A3D79F}" destId="{CEF9E30E-67C9-8648-A63C-4B70B30F246B}" srcOrd="0" destOrd="0" presId="urn:microsoft.com/office/officeart/2005/8/layout/vList2"/>
    <dgm:cxn modelId="{158A2449-B20A-9C4F-B7ED-1E0C86AD9D7A}" type="presOf" srcId="{BFA145C5-0B88-4EC1-902B-FFA3C8CF315B}" destId="{72DE0167-246A-8043-AC18-699C30202BD8}" srcOrd="0" destOrd="0" presId="urn:microsoft.com/office/officeart/2005/8/layout/vList2"/>
    <dgm:cxn modelId="{4848894F-9C64-DF40-8812-275708C181F5}" type="presOf" srcId="{9C65F392-C7C0-4FC0-8CE1-8538B944A8ED}" destId="{82B94EBC-7082-C946-ACC9-FC6E55B705CE}" srcOrd="0" destOrd="0" presId="urn:microsoft.com/office/officeart/2005/8/layout/vList2"/>
    <dgm:cxn modelId="{875B5551-7ADE-4A4E-A192-1C3931B68FD9}" type="presOf" srcId="{A460C963-A0E7-407E-986D-BCB71B6ED0E6}" destId="{650E5BF7-B9C5-9F48-BA76-3FC7434B2134}" srcOrd="0" destOrd="0" presId="urn:microsoft.com/office/officeart/2005/8/layout/vList2"/>
    <dgm:cxn modelId="{5E80A573-9B64-49F6-8781-97EA12CB872A}" srcId="{76584CD8-EE4F-46F5-9FA0-411AEABF7BD3}" destId="{79EFC4B2-1717-499E-B12C-A24BD4D63C3B}" srcOrd="0" destOrd="0" parTransId="{E4216371-5653-4EAE-A882-1FC3F185754A}" sibTransId="{2AA050FD-FCB7-4DBA-9FBD-0994461E6A63}"/>
    <dgm:cxn modelId="{14CA0487-7488-4E52-A258-8149E761F4F6}" srcId="{76584CD8-EE4F-46F5-9FA0-411AEABF7BD3}" destId="{74B0BBA3-8EAA-4C84-ABA1-355ED0BF0872}" srcOrd="2" destOrd="0" parTransId="{0554984A-C2A1-4EE5-9414-36A39A0BD8BD}" sibTransId="{3D974DC3-5CB5-4A68-80ED-30D47DAED223}"/>
    <dgm:cxn modelId="{AC0A5F89-7938-49E3-8843-DFCCEBD3D0FC}" srcId="{4397E432-1464-4D8E-A5CA-CC7EE1AC450C}" destId="{339C7342-8076-4092-B9ED-34EB5E3CD6CB}" srcOrd="0" destOrd="0" parTransId="{9E8497A5-EA8E-4C70-85B1-1FCD5A4F4B11}" sibTransId="{0E3FEA91-6102-43E5-B4B5-B1F7922C7E4B}"/>
    <dgm:cxn modelId="{8F71078A-ECA5-4D58-BA43-D7C6759044CD}" srcId="{76584CD8-EE4F-46F5-9FA0-411AEABF7BD3}" destId="{2A3F8CA4-3305-484A-8055-D96DB6A3D79F}" srcOrd="4" destOrd="0" parTransId="{5A19A91B-EC17-4D53-A547-6154833862C1}" sibTransId="{8D07E4F9-C77B-412C-AE3B-0BC8915CC7EA}"/>
    <dgm:cxn modelId="{4018D38C-9243-6247-A359-8E5BE630326B}" type="presOf" srcId="{C76156F6-61F6-401F-AC94-B9342E7EC822}" destId="{E4ED675A-4982-9644-B919-7100A942D105}" srcOrd="0" destOrd="0" presId="urn:microsoft.com/office/officeart/2005/8/layout/vList2"/>
    <dgm:cxn modelId="{617CDAB5-D9CA-4F5F-B2A0-CC75C8E65383}" srcId="{BFA145C5-0B88-4EC1-902B-FFA3C8CF315B}" destId="{9C65F392-C7C0-4FC0-8CE1-8538B944A8ED}" srcOrd="0" destOrd="0" parTransId="{40A96216-47BD-47B7-A67A-EDFF5085326C}" sibTransId="{689035D5-E320-41F0-B2D6-26BC21A1A413}"/>
    <dgm:cxn modelId="{636D6CBA-BB9A-544B-AE52-0E1427FDF9EC}" type="presOf" srcId="{79EFC4B2-1717-499E-B12C-A24BD4D63C3B}" destId="{EEC88A5B-D2C1-8D49-B7CA-4175C746CABC}" srcOrd="0" destOrd="0" presId="urn:microsoft.com/office/officeart/2005/8/layout/vList2"/>
    <dgm:cxn modelId="{B858EBBE-F83E-4E6E-BEEC-92E30E16AC68}" srcId="{76584CD8-EE4F-46F5-9FA0-411AEABF7BD3}" destId="{4397E432-1464-4D8E-A5CA-CC7EE1AC450C}" srcOrd="1" destOrd="0" parTransId="{8AD2D771-39FE-433E-9F97-358079925183}" sibTransId="{6D3F8976-C7D3-4124-BCC6-F5B5119AB6E3}"/>
    <dgm:cxn modelId="{7D6570C0-3DCB-8748-8C90-F917947FB912}" type="presOf" srcId="{709D9CDA-AEEB-449F-A267-406CFD54EFDF}" destId="{6E7A08AF-5FA7-E14B-8C85-FD9EE28B6627}" srcOrd="0" destOrd="1" presId="urn:microsoft.com/office/officeart/2005/8/layout/vList2"/>
    <dgm:cxn modelId="{AF0396D9-39A3-42AE-99E3-FE61F4AB25DA}" srcId="{C76156F6-61F6-401F-AC94-B9342E7EC822}" destId="{3BDE4647-A961-4035-B5D2-F3D4F86A0F51}" srcOrd="0" destOrd="0" parTransId="{1C439D8C-9A8D-4116-B9CB-29DF03D06105}" sibTransId="{342A5D92-69CD-428B-896F-8BE1D666779D}"/>
    <dgm:cxn modelId="{718195DA-8A04-413B-A85A-47AF12DE085A}" srcId="{4397E432-1464-4D8E-A5CA-CC7EE1AC450C}" destId="{709D9CDA-AEEB-449F-A267-406CFD54EFDF}" srcOrd="1" destOrd="0" parTransId="{72EF3187-E23C-43AD-BCCD-01459364E126}" sibTransId="{5D95CAE7-174F-4E59-864B-47895FD499D5}"/>
    <dgm:cxn modelId="{C12AD0DB-6C19-A241-A670-3D191A1A052F}" type="presOf" srcId="{3BDE4647-A961-4035-B5D2-F3D4F86A0F51}" destId="{E4ED675A-4982-9644-B919-7100A942D105}" srcOrd="0" destOrd="1" presId="urn:microsoft.com/office/officeart/2005/8/layout/vList2"/>
    <dgm:cxn modelId="{794310E9-151F-4EA6-A505-7A8EA59C58DF}" srcId="{79EFC4B2-1717-499E-B12C-A24BD4D63C3B}" destId="{A460C963-A0E7-407E-986D-BCB71B6ED0E6}" srcOrd="0" destOrd="0" parTransId="{44DFBF55-EBFB-446C-9EB5-9D7C09CCCF7C}" sibTransId="{FF837B08-FB7A-4579-B936-CACF85C91604}"/>
    <dgm:cxn modelId="{0DEA8CF4-7059-5E46-B2A4-36E2B49AFE94}" type="presOf" srcId="{4397E432-1464-4D8E-A5CA-CC7EE1AC450C}" destId="{5A27C031-AEAD-E043-8F56-94E3066B628A}" srcOrd="0" destOrd="0" presId="urn:microsoft.com/office/officeart/2005/8/layout/vList2"/>
    <dgm:cxn modelId="{6C9FCFF8-1091-452A-897D-631669ED13E5}" srcId="{76584CD8-EE4F-46F5-9FA0-411AEABF7BD3}" destId="{BFA145C5-0B88-4EC1-902B-FFA3C8CF315B}" srcOrd="3" destOrd="0" parTransId="{2271AD9A-198F-41A9-B480-17A0913F2DCC}" sibTransId="{179F1465-8611-4163-B2EB-75C94956507F}"/>
    <dgm:cxn modelId="{CBA2FFBF-2B80-F34F-B621-DF6064650E44}" type="presParOf" srcId="{6CE6E364-2817-9B44-A094-C369DD9F7408}" destId="{EEC88A5B-D2C1-8D49-B7CA-4175C746CABC}" srcOrd="0" destOrd="0" presId="urn:microsoft.com/office/officeart/2005/8/layout/vList2"/>
    <dgm:cxn modelId="{2511A2D4-E226-F54B-B454-99B2B88412B2}" type="presParOf" srcId="{6CE6E364-2817-9B44-A094-C369DD9F7408}" destId="{650E5BF7-B9C5-9F48-BA76-3FC7434B2134}" srcOrd="1" destOrd="0" presId="urn:microsoft.com/office/officeart/2005/8/layout/vList2"/>
    <dgm:cxn modelId="{1E75A9E2-3372-6646-87FA-2D86AE7C643F}" type="presParOf" srcId="{6CE6E364-2817-9B44-A094-C369DD9F7408}" destId="{5A27C031-AEAD-E043-8F56-94E3066B628A}" srcOrd="2" destOrd="0" presId="urn:microsoft.com/office/officeart/2005/8/layout/vList2"/>
    <dgm:cxn modelId="{7FAB5718-F9B0-CB4C-9D74-594E9C93553F}" type="presParOf" srcId="{6CE6E364-2817-9B44-A094-C369DD9F7408}" destId="{6E7A08AF-5FA7-E14B-8C85-FD9EE28B6627}" srcOrd="3" destOrd="0" presId="urn:microsoft.com/office/officeart/2005/8/layout/vList2"/>
    <dgm:cxn modelId="{A4743D1D-1E17-8348-A1A6-6057C6B7A33D}" type="presParOf" srcId="{6CE6E364-2817-9B44-A094-C369DD9F7408}" destId="{05EAD570-B0B1-EA47-AC1A-15EEE9F47D83}" srcOrd="4" destOrd="0" presId="urn:microsoft.com/office/officeart/2005/8/layout/vList2"/>
    <dgm:cxn modelId="{7A394BEF-B270-2B4E-8983-A391FB024431}" type="presParOf" srcId="{6CE6E364-2817-9B44-A094-C369DD9F7408}" destId="{E4ED675A-4982-9644-B919-7100A942D105}" srcOrd="5" destOrd="0" presId="urn:microsoft.com/office/officeart/2005/8/layout/vList2"/>
    <dgm:cxn modelId="{D4C17672-69C9-C348-90DB-C5737069BEEA}" type="presParOf" srcId="{6CE6E364-2817-9B44-A094-C369DD9F7408}" destId="{72DE0167-246A-8043-AC18-699C30202BD8}" srcOrd="6" destOrd="0" presId="urn:microsoft.com/office/officeart/2005/8/layout/vList2"/>
    <dgm:cxn modelId="{E0213886-9CDF-B142-9580-991987FDBAB3}" type="presParOf" srcId="{6CE6E364-2817-9B44-A094-C369DD9F7408}" destId="{82B94EBC-7082-C946-ACC9-FC6E55B705CE}" srcOrd="7" destOrd="0" presId="urn:microsoft.com/office/officeart/2005/8/layout/vList2"/>
    <dgm:cxn modelId="{C8652CDC-E9AD-D342-AA84-14F630D080E7}" type="presParOf" srcId="{6CE6E364-2817-9B44-A094-C369DD9F7408}" destId="{CEF9E30E-67C9-8648-A63C-4B70B30F246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8DCC4CFA-2E56-4D94-B5B7-3CE17D0EEE70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F6CA86B-2227-4F96-A5D9-1498752C60FA}">
      <dgm:prSet/>
      <dgm:spPr/>
      <dgm:t>
        <a:bodyPr/>
        <a:lstStyle/>
        <a:p>
          <a:r>
            <a:rPr lang="en-US" b="1"/>
            <a:t>Esophageal vs. oropharyngeal dysphagia</a:t>
          </a:r>
          <a:endParaRPr lang="en-US"/>
        </a:p>
      </dgm:t>
    </dgm:pt>
    <dgm:pt modelId="{57DD7B0E-CA1F-4D3B-854A-B16302C0F367}" type="parTrans" cxnId="{D6010316-4A08-4B24-BF30-D18564C85F71}">
      <dgm:prSet/>
      <dgm:spPr/>
      <dgm:t>
        <a:bodyPr/>
        <a:lstStyle/>
        <a:p>
          <a:endParaRPr lang="en-US"/>
        </a:p>
      </dgm:t>
    </dgm:pt>
    <dgm:pt modelId="{1C3CAE25-2567-4A2E-90D7-62A5906A2385}" type="sibTrans" cxnId="{D6010316-4A08-4B24-BF30-D18564C85F71}">
      <dgm:prSet/>
      <dgm:spPr/>
      <dgm:t>
        <a:bodyPr/>
        <a:lstStyle/>
        <a:p>
          <a:endParaRPr lang="en-US"/>
        </a:p>
      </dgm:t>
    </dgm:pt>
    <dgm:pt modelId="{0FB215D6-77EC-4262-81D9-B1AE74B2443D}">
      <dgm:prSet/>
      <dgm:spPr/>
      <dgm:t>
        <a:bodyPr/>
        <a:lstStyle/>
        <a:p>
          <a:r>
            <a:rPr lang="en-US"/>
            <a:t>Esophageal: food sticks after initiation </a:t>
          </a:r>
        </a:p>
      </dgm:t>
    </dgm:pt>
    <dgm:pt modelId="{CFD81825-3956-47E2-BC93-E7C7BDFF9CEB}" type="parTrans" cxnId="{B9D5D23D-36AF-44F5-97CB-33FF8761F949}">
      <dgm:prSet/>
      <dgm:spPr/>
      <dgm:t>
        <a:bodyPr/>
        <a:lstStyle/>
        <a:p>
          <a:endParaRPr lang="en-US"/>
        </a:p>
      </dgm:t>
    </dgm:pt>
    <dgm:pt modelId="{4A34A191-22A6-4FAE-81F7-31A7D94C1E5E}" type="sibTrans" cxnId="{B9D5D23D-36AF-44F5-97CB-33FF8761F949}">
      <dgm:prSet/>
      <dgm:spPr/>
      <dgm:t>
        <a:bodyPr/>
        <a:lstStyle/>
        <a:p>
          <a:endParaRPr lang="en-US"/>
        </a:p>
      </dgm:t>
    </dgm:pt>
    <dgm:pt modelId="{124F441F-1D5A-49FC-86B4-F84FEE4DCD8B}">
      <dgm:prSet/>
      <dgm:spPr/>
      <dgm:t>
        <a:bodyPr/>
        <a:lstStyle/>
        <a:p>
          <a:r>
            <a:rPr lang="en-US"/>
            <a:t>Oropharyngeal: difficulty initiating with coughing or aspiration</a:t>
          </a:r>
        </a:p>
      </dgm:t>
    </dgm:pt>
    <dgm:pt modelId="{407D34A3-4C43-45F5-BF61-287C73A30CE3}" type="parTrans" cxnId="{48688D16-0AED-48CD-987C-8474C26F625B}">
      <dgm:prSet/>
      <dgm:spPr/>
      <dgm:t>
        <a:bodyPr/>
        <a:lstStyle/>
        <a:p>
          <a:endParaRPr lang="en-US"/>
        </a:p>
      </dgm:t>
    </dgm:pt>
    <dgm:pt modelId="{46C21FE9-137B-4FE2-89B2-E75BBD18E701}" type="sibTrans" cxnId="{48688D16-0AED-48CD-987C-8474C26F625B}">
      <dgm:prSet/>
      <dgm:spPr/>
      <dgm:t>
        <a:bodyPr/>
        <a:lstStyle/>
        <a:p>
          <a:endParaRPr lang="en-US"/>
        </a:p>
      </dgm:t>
    </dgm:pt>
    <dgm:pt modelId="{62599D01-BE2F-4CE8-9A5F-530B5B551756}">
      <dgm:prSet/>
      <dgm:spPr/>
      <dgm:t>
        <a:bodyPr/>
        <a:lstStyle/>
        <a:p>
          <a:r>
            <a:rPr lang="en-US" b="1"/>
            <a:t>GERD versus EoE</a:t>
          </a:r>
          <a:endParaRPr lang="en-US"/>
        </a:p>
      </dgm:t>
    </dgm:pt>
    <dgm:pt modelId="{673F6968-0643-47FD-B6A4-05F59E865353}" type="parTrans" cxnId="{7788503D-1686-45E8-9E24-C0210DD1CE79}">
      <dgm:prSet/>
      <dgm:spPr/>
      <dgm:t>
        <a:bodyPr/>
        <a:lstStyle/>
        <a:p>
          <a:endParaRPr lang="en-US"/>
        </a:p>
      </dgm:t>
    </dgm:pt>
    <dgm:pt modelId="{CE2B569D-80C1-403E-A798-0E65F85C4EAD}" type="sibTrans" cxnId="{7788503D-1686-45E8-9E24-C0210DD1CE79}">
      <dgm:prSet/>
      <dgm:spPr/>
      <dgm:t>
        <a:bodyPr/>
        <a:lstStyle/>
        <a:p>
          <a:endParaRPr lang="en-US"/>
        </a:p>
      </dgm:t>
    </dgm:pt>
    <dgm:pt modelId="{4E1BE5AB-65CF-48E0-BA07-7DD9FD48D09C}">
      <dgm:prSet/>
      <dgm:spPr/>
      <dgm:t>
        <a:bodyPr/>
        <a:lstStyle/>
        <a:p>
          <a:r>
            <a:rPr lang="en-US"/>
            <a:t>GERD: heartburn/regurgitation </a:t>
          </a:r>
        </a:p>
      </dgm:t>
    </dgm:pt>
    <dgm:pt modelId="{9884D5CC-0CFA-4424-96AB-5CBFBD70C7D7}" type="parTrans" cxnId="{85F30C93-44CA-4796-A7DB-0DB5C5B145C3}">
      <dgm:prSet/>
      <dgm:spPr/>
      <dgm:t>
        <a:bodyPr/>
        <a:lstStyle/>
        <a:p>
          <a:endParaRPr lang="en-US"/>
        </a:p>
      </dgm:t>
    </dgm:pt>
    <dgm:pt modelId="{F2F63704-C5B6-4D4E-BB6C-8CAD374F2AB0}" type="sibTrans" cxnId="{85F30C93-44CA-4796-A7DB-0DB5C5B145C3}">
      <dgm:prSet/>
      <dgm:spPr/>
      <dgm:t>
        <a:bodyPr/>
        <a:lstStyle/>
        <a:p>
          <a:endParaRPr lang="en-US"/>
        </a:p>
      </dgm:t>
    </dgm:pt>
    <dgm:pt modelId="{E0E2E34F-0122-4CCC-8C85-72ECC5762BC3}">
      <dgm:prSet/>
      <dgm:spPr/>
      <dgm:t>
        <a:bodyPr/>
        <a:lstStyle/>
        <a:p>
          <a:r>
            <a:rPr lang="en-US"/>
            <a:t>EoE: food impaction/intermittent solid dysphagia </a:t>
          </a:r>
        </a:p>
      </dgm:t>
    </dgm:pt>
    <dgm:pt modelId="{D60928DC-87F0-4AE0-BC41-E99F93B2B3CF}" type="parTrans" cxnId="{35153DAF-81C7-461D-AF89-AE3875F41783}">
      <dgm:prSet/>
      <dgm:spPr/>
      <dgm:t>
        <a:bodyPr/>
        <a:lstStyle/>
        <a:p>
          <a:endParaRPr lang="en-US"/>
        </a:p>
      </dgm:t>
    </dgm:pt>
    <dgm:pt modelId="{5A7F7D66-24B7-47B2-A842-28F62E2B549E}" type="sibTrans" cxnId="{35153DAF-81C7-461D-AF89-AE3875F41783}">
      <dgm:prSet/>
      <dgm:spPr/>
      <dgm:t>
        <a:bodyPr/>
        <a:lstStyle/>
        <a:p>
          <a:endParaRPr lang="en-US"/>
        </a:p>
      </dgm:t>
    </dgm:pt>
    <dgm:pt modelId="{31A7F873-0B39-4084-872A-A94412B61492}">
      <dgm:prSet/>
      <dgm:spPr/>
      <dgm:t>
        <a:bodyPr/>
        <a:lstStyle/>
        <a:p>
          <a:r>
            <a:rPr lang="en-US" b="1"/>
            <a:t>Peptic stricture versus cancer</a:t>
          </a:r>
          <a:endParaRPr lang="en-US"/>
        </a:p>
      </dgm:t>
    </dgm:pt>
    <dgm:pt modelId="{239A3EF3-152F-4EC6-B4B6-372DF484EB7B}" type="parTrans" cxnId="{8DABD6DE-87F5-4E07-AA17-8BD4D4F91B0A}">
      <dgm:prSet/>
      <dgm:spPr/>
      <dgm:t>
        <a:bodyPr/>
        <a:lstStyle/>
        <a:p>
          <a:endParaRPr lang="en-US"/>
        </a:p>
      </dgm:t>
    </dgm:pt>
    <dgm:pt modelId="{68BC47C5-9254-4733-AE12-C589D61369A5}" type="sibTrans" cxnId="{8DABD6DE-87F5-4E07-AA17-8BD4D4F91B0A}">
      <dgm:prSet/>
      <dgm:spPr/>
      <dgm:t>
        <a:bodyPr/>
        <a:lstStyle/>
        <a:p>
          <a:endParaRPr lang="en-US"/>
        </a:p>
      </dgm:t>
    </dgm:pt>
    <dgm:pt modelId="{E32C19CF-6CA6-41F0-BFEE-01429590A808}">
      <dgm:prSet/>
      <dgm:spPr/>
      <dgm:t>
        <a:bodyPr/>
        <a:lstStyle/>
        <a:p>
          <a:r>
            <a:rPr lang="en-US"/>
            <a:t>Peptic: smooth distal narrowing and long GERD history </a:t>
          </a:r>
        </a:p>
      </dgm:t>
    </dgm:pt>
    <dgm:pt modelId="{7428ED24-F806-4447-AD76-F43386EAAC10}" type="parTrans" cxnId="{C3F24ED2-8226-49AF-A5B5-8FF5F77AD78F}">
      <dgm:prSet/>
      <dgm:spPr/>
      <dgm:t>
        <a:bodyPr/>
        <a:lstStyle/>
        <a:p>
          <a:endParaRPr lang="en-US"/>
        </a:p>
      </dgm:t>
    </dgm:pt>
    <dgm:pt modelId="{81F055EC-316A-4476-A150-062976BB957E}" type="sibTrans" cxnId="{C3F24ED2-8226-49AF-A5B5-8FF5F77AD78F}">
      <dgm:prSet/>
      <dgm:spPr/>
      <dgm:t>
        <a:bodyPr/>
        <a:lstStyle/>
        <a:p>
          <a:endParaRPr lang="en-US"/>
        </a:p>
      </dgm:t>
    </dgm:pt>
    <dgm:pt modelId="{C500F5D6-63F5-4ED3-9D01-FBEDDED9005E}">
      <dgm:prSet/>
      <dgm:spPr/>
      <dgm:t>
        <a:bodyPr/>
        <a:lstStyle/>
        <a:p>
          <a:r>
            <a:rPr lang="en-US"/>
            <a:t>Cancer: irregular narrowing, rapid progression, weight loss </a:t>
          </a:r>
        </a:p>
      </dgm:t>
    </dgm:pt>
    <dgm:pt modelId="{A8B441D2-2626-43FD-BCF6-CEDA2B55FE1C}" type="parTrans" cxnId="{22958DBF-3B1E-44F5-B3DE-EE5540AADDE6}">
      <dgm:prSet/>
      <dgm:spPr/>
      <dgm:t>
        <a:bodyPr/>
        <a:lstStyle/>
        <a:p>
          <a:endParaRPr lang="en-US"/>
        </a:p>
      </dgm:t>
    </dgm:pt>
    <dgm:pt modelId="{8474C872-7BEA-492F-9185-C28140A2C538}" type="sibTrans" cxnId="{22958DBF-3B1E-44F5-B3DE-EE5540AADDE6}">
      <dgm:prSet/>
      <dgm:spPr/>
      <dgm:t>
        <a:bodyPr/>
        <a:lstStyle/>
        <a:p>
          <a:endParaRPr lang="en-US"/>
        </a:p>
      </dgm:t>
    </dgm:pt>
    <dgm:pt modelId="{4615F519-4902-468F-81FC-DB27E1EF3A3A}">
      <dgm:prSet/>
      <dgm:spPr/>
      <dgm:t>
        <a:bodyPr/>
        <a:lstStyle/>
        <a:p>
          <a:r>
            <a:rPr lang="en-US" b="1"/>
            <a:t>Achalasia vs. DES</a:t>
          </a:r>
          <a:endParaRPr lang="en-US"/>
        </a:p>
      </dgm:t>
    </dgm:pt>
    <dgm:pt modelId="{FAE6AA14-7FEC-48B4-93D3-646E0055F7C2}" type="parTrans" cxnId="{E80B58D0-2542-4437-9E0D-BBE872DCCD67}">
      <dgm:prSet/>
      <dgm:spPr/>
      <dgm:t>
        <a:bodyPr/>
        <a:lstStyle/>
        <a:p>
          <a:endParaRPr lang="en-US"/>
        </a:p>
      </dgm:t>
    </dgm:pt>
    <dgm:pt modelId="{27E70BF1-82CA-4A1B-9AD9-F899B65A5B98}" type="sibTrans" cxnId="{E80B58D0-2542-4437-9E0D-BBE872DCCD67}">
      <dgm:prSet/>
      <dgm:spPr/>
      <dgm:t>
        <a:bodyPr/>
        <a:lstStyle/>
        <a:p>
          <a:endParaRPr lang="en-US"/>
        </a:p>
      </dgm:t>
    </dgm:pt>
    <dgm:pt modelId="{B604365D-8216-43DB-A083-3EDACABF3F4D}">
      <dgm:prSet/>
      <dgm:spPr/>
      <dgm:t>
        <a:bodyPr/>
        <a:lstStyle/>
        <a:p>
          <a:r>
            <a:rPr lang="en-US"/>
            <a:t>Achalasia: impaired LES relaxation </a:t>
          </a:r>
        </a:p>
      </dgm:t>
    </dgm:pt>
    <dgm:pt modelId="{FA0B5E07-FCF1-4B7E-9052-28D4C6045D95}" type="parTrans" cxnId="{60E0FD6E-83A3-4EC4-9649-F3F2BF3C77E5}">
      <dgm:prSet/>
      <dgm:spPr/>
      <dgm:t>
        <a:bodyPr/>
        <a:lstStyle/>
        <a:p>
          <a:endParaRPr lang="en-US"/>
        </a:p>
      </dgm:t>
    </dgm:pt>
    <dgm:pt modelId="{3EB808D8-DA99-414D-A688-23A55E3A1559}" type="sibTrans" cxnId="{60E0FD6E-83A3-4EC4-9649-F3F2BF3C77E5}">
      <dgm:prSet/>
      <dgm:spPr/>
      <dgm:t>
        <a:bodyPr/>
        <a:lstStyle/>
        <a:p>
          <a:endParaRPr lang="en-US"/>
        </a:p>
      </dgm:t>
    </dgm:pt>
    <dgm:pt modelId="{C08B6ABA-7617-45E5-AD56-B080EC13A854}">
      <dgm:prSet/>
      <dgm:spPr/>
      <dgm:t>
        <a:bodyPr/>
        <a:lstStyle/>
        <a:p>
          <a:r>
            <a:rPr lang="en-US"/>
            <a:t>DES: preserved LES relaxation with premature contractions </a:t>
          </a:r>
        </a:p>
      </dgm:t>
    </dgm:pt>
    <dgm:pt modelId="{5A298669-BF40-41CF-9807-34818084CB05}" type="parTrans" cxnId="{4FD6B5F0-E65B-4CFB-B960-25D5CC9FD085}">
      <dgm:prSet/>
      <dgm:spPr/>
      <dgm:t>
        <a:bodyPr/>
        <a:lstStyle/>
        <a:p>
          <a:endParaRPr lang="en-US"/>
        </a:p>
      </dgm:t>
    </dgm:pt>
    <dgm:pt modelId="{C906115C-A0A2-4F6A-99FA-B97C0175B344}" type="sibTrans" cxnId="{4FD6B5F0-E65B-4CFB-B960-25D5CC9FD085}">
      <dgm:prSet/>
      <dgm:spPr/>
      <dgm:t>
        <a:bodyPr/>
        <a:lstStyle/>
        <a:p>
          <a:endParaRPr lang="en-US"/>
        </a:p>
      </dgm:t>
    </dgm:pt>
    <dgm:pt modelId="{8C588411-3EB7-480E-A354-7FCA29109F54}">
      <dgm:prSet/>
      <dgm:spPr/>
      <dgm:t>
        <a:bodyPr/>
        <a:lstStyle/>
        <a:p>
          <a:r>
            <a:rPr lang="en-US" b="1"/>
            <a:t>Mallory-Weiss vs. Boerhaave</a:t>
          </a:r>
          <a:endParaRPr lang="en-US"/>
        </a:p>
      </dgm:t>
    </dgm:pt>
    <dgm:pt modelId="{B9670752-BB19-446E-8DE2-4D53A2E64BA8}" type="parTrans" cxnId="{4508EFF9-B3C2-4E54-8ED7-28707CAF6A2A}">
      <dgm:prSet/>
      <dgm:spPr/>
      <dgm:t>
        <a:bodyPr/>
        <a:lstStyle/>
        <a:p>
          <a:endParaRPr lang="en-US"/>
        </a:p>
      </dgm:t>
    </dgm:pt>
    <dgm:pt modelId="{BEC0D29C-ADFD-4C76-BA1B-4C20BE0120F2}" type="sibTrans" cxnId="{4508EFF9-B3C2-4E54-8ED7-28707CAF6A2A}">
      <dgm:prSet/>
      <dgm:spPr/>
      <dgm:t>
        <a:bodyPr/>
        <a:lstStyle/>
        <a:p>
          <a:endParaRPr lang="en-US"/>
        </a:p>
      </dgm:t>
    </dgm:pt>
    <dgm:pt modelId="{226C96A2-7B2D-4195-B55A-D2F95E15120D}">
      <dgm:prSet/>
      <dgm:spPr/>
      <dgm:t>
        <a:bodyPr/>
        <a:lstStyle/>
        <a:p>
          <a:r>
            <a:rPr lang="en-US"/>
            <a:t>Mallory-Weiss: mucosal bleeding </a:t>
          </a:r>
        </a:p>
      </dgm:t>
    </dgm:pt>
    <dgm:pt modelId="{C9445C9F-13F6-4C32-A9AE-18CD1ECFDA5C}" type="parTrans" cxnId="{00F868C0-3FD9-4D2C-AAFE-49E9B44F8F75}">
      <dgm:prSet/>
      <dgm:spPr/>
      <dgm:t>
        <a:bodyPr/>
        <a:lstStyle/>
        <a:p>
          <a:endParaRPr lang="en-US"/>
        </a:p>
      </dgm:t>
    </dgm:pt>
    <dgm:pt modelId="{93E1C79D-B057-45E2-9399-520D0A7E2F1B}" type="sibTrans" cxnId="{00F868C0-3FD9-4D2C-AAFE-49E9B44F8F75}">
      <dgm:prSet/>
      <dgm:spPr/>
      <dgm:t>
        <a:bodyPr/>
        <a:lstStyle/>
        <a:p>
          <a:endParaRPr lang="en-US"/>
        </a:p>
      </dgm:t>
    </dgm:pt>
    <dgm:pt modelId="{9616F892-94A7-4A0A-A00C-8A92BF5B9EC7}">
      <dgm:prSet/>
      <dgm:spPr/>
      <dgm:t>
        <a:bodyPr/>
        <a:lstStyle/>
        <a:p>
          <a:r>
            <a:rPr lang="en-US"/>
            <a:t>Boerhaave: transmural perforation </a:t>
          </a:r>
        </a:p>
      </dgm:t>
    </dgm:pt>
    <dgm:pt modelId="{9F547671-F64E-4713-A229-2624FACA7669}" type="parTrans" cxnId="{3454C843-27ED-472F-834C-892CCAE3AC2A}">
      <dgm:prSet/>
      <dgm:spPr/>
      <dgm:t>
        <a:bodyPr/>
        <a:lstStyle/>
        <a:p>
          <a:endParaRPr lang="en-US"/>
        </a:p>
      </dgm:t>
    </dgm:pt>
    <dgm:pt modelId="{E0FF3AE6-8C46-4477-A207-63F3420E25BD}" type="sibTrans" cxnId="{3454C843-27ED-472F-834C-892CCAE3AC2A}">
      <dgm:prSet/>
      <dgm:spPr/>
      <dgm:t>
        <a:bodyPr/>
        <a:lstStyle/>
        <a:p>
          <a:endParaRPr lang="en-US"/>
        </a:p>
      </dgm:t>
    </dgm:pt>
    <dgm:pt modelId="{6BFC4325-9161-354D-AF27-85919ABC83C8}" type="pres">
      <dgm:prSet presAssocID="{8DCC4CFA-2E56-4D94-B5B7-3CE17D0EEE70}" presName="linear" presStyleCnt="0">
        <dgm:presLayoutVars>
          <dgm:dir/>
          <dgm:animLvl val="lvl"/>
          <dgm:resizeHandles val="exact"/>
        </dgm:presLayoutVars>
      </dgm:prSet>
      <dgm:spPr/>
    </dgm:pt>
    <dgm:pt modelId="{C0BFFE33-E1EB-D44C-B4CE-080170EF3701}" type="pres">
      <dgm:prSet presAssocID="{8F6CA86B-2227-4F96-A5D9-1498752C60FA}" presName="parentLin" presStyleCnt="0"/>
      <dgm:spPr/>
    </dgm:pt>
    <dgm:pt modelId="{615313A9-FA8A-654A-92DF-5350A8184F02}" type="pres">
      <dgm:prSet presAssocID="{8F6CA86B-2227-4F96-A5D9-1498752C60FA}" presName="parentLeftMargin" presStyleLbl="node1" presStyleIdx="0" presStyleCnt="5"/>
      <dgm:spPr/>
    </dgm:pt>
    <dgm:pt modelId="{9091CEC0-9908-8440-9B69-BC205BF498F9}" type="pres">
      <dgm:prSet presAssocID="{8F6CA86B-2227-4F96-A5D9-1498752C60F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60E1F96-3769-C54E-9820-E02531CE7790}" type="pres">
      <dgm:prSet presAssocID="{8F6CA86B-2227-4F96-A5D9-1498752C60FA}" presName="negativeSpace" presStyleCnt="0"/>
      <dgm:spPr/>
    </dgm:pt>
    <dgm:pt modelId="{8108F72F-716A-DE49-973E-AB01FF133559}" type="pres">
      <dgm:prSet presAssocID="{8F6CA86B-2227-4F96-A5D9-1498752C60FA}" presName="childText" presStyleLbl="conFgAcc1" presStyleIdx="0" presStyleCnt="5">
        <dgm:presLayoutVars>
          <dgm:bulletEnabled val="1"/>
        </dgm:presLayoutVars>
      </dgm:prSet>
      <dgm:spPr/>
    </dgm:pt>
    <dgm:pt modelId="{3AB138D1-E8A0-894E-8F2C-3ADEF1B0FF4C}" type="pres">
      <dgm:prSet presAssocID="{1C3CAE25-2567-4A2E-90D7-62A5906A2385}" presName="spaceBetweenRectangles" presStyleCnt="0"/>
      <dgm:spPr/>
    </dgm:pt>
    <dgm:pt modelId="{23C7786F-9DF7-1B4F-B8FD-0660088E6359}" type="pres">
      <dgm:prSet presAssocID="{62599D01-BE2F-4CE8-9A5F-530B5B551756}" presName="parentLin" presStyleCnt="0"/>
      <dgm:spPr/>
    </dgm:pt>
    <dgm:pt modelId="{727F8CF2-73EC-9947-B57A-D03679E56E0B}" type="pres">
      <dgm:prSet presAssocID="{62599D01-BE2F-4CE8-9A5F-530B5B551756}" presName="parentLeftMargin" presStyleLbl="node1" presStyleIdx="0" presStyleCnt="5"/>
      <dgm:spPr/>
    </dgm:pt>
    <dgm:pt modelId="{3D515933-24B9-6A47-9579-9919E7B0503C}" type="pres">
      <dgm:prSet presAssocID="{62599D01-BE2F-4CE8-9A5F-530B5B55175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A12B4F4-A349-2B49-9284-02775D539318}" type="pres">
      <dgm:prSet presAssocID="{62599D01-BE2F-4CE8-9A5F-530B5B551756}" presName="negativeSpace" presStyleCnt="0"/>
      <dgm:spPr/>
    </dgm:pt>
    <dgm:pt modelId="{E18E9AC9-3871-F74C-9A95-D3F2FB6F82C2}" type="pres">
      <dgm:prSet presAssocID="{62599D01-BE2F-4CE8-9A5F-530B5B551756}" presName="childText" presStyleLbl="conFgAcc1" presStyleIdx="1" presStyleCnt="5">
        <dgm:presLayoutVars>
          <dgm:bulletEnabled val="1"/>
        </dgm:presLayoutVars>
      </dgm:prSet>
      <dgm:spPr/>
    </dgm:pt>
    <dgm:pt modelId="{4A2D629D-9952-4E46-A739-C52AE0107D30}" type="pres">
      <dgm:prSet presAssocID="{CE2B569D-80C1-403E-A798-0E65F85C4EAD}" presName="spaceBetweenRectangles" presStyleCnt="0"/>
      <dgm:spPr/>
    </dgm:pt>
    <dgm:pt modelId="{66D1A9B9-C44A-9947-8CF3-3C213A5A8AA2}" type="pres">
      <dgm:prSet presAssocID="{31A7F873-0B39-4084-872A-A94412B61492}" presName="parentLin" presStyleCnt="0"/>
      <dgm:spPr/>
    </dgm:pt>
    <dgm:pt modelId="{615DCBAB-AD8C-DC42-8C07-F75EB780724B}" type="pres">
      <dgm:prSet presAssocID="{31A7F873-0B39-4084-872A-A94412B61492}" presName="parentLeftMargin" presStyleLbl="node1" presStyleIdx="1" presStyleCnt="5"/>
      <dgm:spPr/>
    </dgm:pt>
    <dgm:pt modelId="{79E50745-5AF7-8840-A65D-59796E476379}" type="pres">
      <dgm:prSet presAssocID="{31A7F873-0B39-4084-872A-A94412B6149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F6573FB-7CB4-214D-8F02-92D98A5FDE3C}" type="pres">
      <dgm:prSet presAssocID="{31A7F873-0B39-4084-872A-A94412B61492}" presName="negativeSpace" presStyleCnt="0"/>
      <dgm:spPr/>
    </dgm:pt>
    <dgm:pt modelId="{B4AAB18E-7FAC-B44E-A05A-DB7DC710CBA6}" type="pres">
      <dgm:prSet presAssocID="{31A7F873-0B39-4084-872A-A94412B61492}" presName="childText" presStyleLbl="conFgAcc1" presStyleIdx="2" presStyleCnt="5">
        <dgm:presLayoutVars>
          <dgm:bulletEnabled val="1"/>
        </dgm:presLayoutVars>
      </dgm:prSet>
      <dgm:spPr/>
    </dgm:pt>
    <dgm:pt modelId="{8BEEA141-34BF-C244-8A0F-11329FEDF63F}" type="pres">
      <dgm:prSet presAssocID="{68BC47C5-9254-4733-AE12-C589D61369A5}" presName="spaceBetweenRectangles" presStyleCnt="0"/>
      <dgm:spPr/>
    </dgm:pt>
    <dgm:pt modelId="{467EFBA1-75CE-B243-B6A2-7192992A4C30}" type="pres">
      <dgm:prSet presAssocID="{4615F519-4902-468F-81FC-DB27E1EF3A3A}" presName="parentLin" presStyleCnt="0"/>
      <dgm:spPr/>
    </dgm:pt>
    <dgm:pt modelId="{50A30B3F-AADE-CE46-B5CC-DFBA3A275499}" type="pres">
      <dgm:prSet presAssocID="{4615F519-4902-468F-81FC-DB27E1EF3A3A}" presName="parentLeftMargin" presStyleLbl="node1" presStyleIdx="2" presStyleCnt="5"/>
      <dgm:spPr/>
    </dgm:pt>
    <dgm:pt modelId="{99D801E7-6B26-A84D-A5D6-AD2E5BBC419B}" type="pres">
      <dgm:prSet presAssocID="{4615F519-4902-468F-81FC-DB27E1EF3A3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52939E9-F4F9-1740-BF76-8D309D7C0263}" type="pres">
      <dgm:prSet presAssocID="{4615F519-4902-468F-81FC-DB27E1EF3A3A}" presName="negativeSpace" presStyleCnt="0"/>
      <dgm:spPr/>
    </dgm:pt>
    <dgm:pt modelId="{A19D6C7E-2831-384B-ACA7-636418973DD4}" type="pres">
      <dgm:prSet presAssocID="{4615F519-4902-468F-81FC-DB27E1EF3A3A}" presName="childText" presStyleLbl="conFgAcc1" presStyleIdx="3" presStyleCnt="5">
        <dgm:presLayoutVars>
          <dgm:bulletEnabled val="1"/>
        </dgm:presLayoutVars>
      </dgm:prSet>
      <dgm:spPr/>
    </dgm:pt>
    <dgm:pt modelId="{E8BF62EC-80E9-C84F-B7B8-7208034579F8}" type="pres">
      <dgm:prSet presAssocID="{27E70BF1-82CA-4A1B-9AD9-F899B65A5B98}" presName="spaceBetweenRectangles" presStyleCnt="0"/>
      <dgm:spPr/>
    </dgm:pt>
    <dgm:pt modelId="{FB84FDF4-9FE8-D541-8466-5A5B199524C7}" type="pres">
      <dgm:prSet presAssocID="{8C588411-3EB7-480E-A354-7FCA29109F54}" presName="parentLin" presStyleCnt="0"/>
      <dgm:spPr/>
    </dgm:pt>
    <dgm:pt modelId="{21E587AA-3E3B-8349-B726-9A74C57CBDDF}" type="pres">
      <dgm:prSet presAssocID="{8C588411-3EB7-480E-A354-7FCA29109F54}" presName="parentLeftMargin" presStyleLbl="node1" presStyleIdx="3" presStyleCnt="5"/>
      <dgm:spPr/>
    </dgm:pt>
    <dgm:pt modelId="{B69167B2-3574-7845-A950-75160D47EFB4}" type="pres">
      <dgm:prSet presAssocID="{8C588411-3EB7-480E-A354-7FCA29109F54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BB8572B1-3F73-2F4B-94DD-5CAA0E171E8C}" type="pres">
      <dgm:prSet presAssocID="{8C588411-3EB7-480E-A354-7FCA29109F54}" presName="negativeSpace" presStyleCnt="0"/>
      <dgm:spPr/>
    </dgm:pt>
    <dgm:pt modelId="{89E321DC-43CE-5247-9482-62D7A7CF2D5E}" type="pres">
      <dgm:prSet presAssocID="{8C588411-3EB7-480E-A354-7FCA29109F54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AB70190C-5677-374E-BE9C-31C8E2053808}" type="presOf" srcId="{4615F519-4902-468F-81FC-DB27E1EF3A3A}" destId="{99D801E7-6B26-A84D-A5D6-AD2E5BBC419B}" srcOrd="1" destOrd="0" presId="urn:microsoft.com/office/officeart/2005/8/layout/list1"/>
    <dgm:cxn modelId="{D6010316-4A08-4B24-BF30-D18564C85F71}" srcId="{8DCC4CFA-2E56-4D94-B5B7-3CE17D0EEE70}" destId="{8F6CA86B-2227-4F96-A5D9-1498752C60FA}" srcOrd="0" destOrd="0" parTransId="{57DD7B0E-CA1F-4D3B-854A-B16302C0F367}" sibTransId="{1C3CAE25-2567-4A2E-90D7-62A5906A2385}"/>
    <dgm:cxn modelId="{48688D16-0AED-48CD-987C-8474C26F625B}" srcId="{8F6CA86B-2227-4F96-A5D9-1498752C60FA}" destId="{124F441F-1D5A-49FC-86B4-F84FEE4DCD8B}" srcOrd="1" destOrd="0" parTransId="{407D34A3-4C43-45F5-BF61-287C73A30CE3}" sibTransId="{46C21FE9-137B-4FE2-89B2-E75BBD18E701}"/>
    <dgm:cxn modelId="{3591A016-23A1-D34D-9CA9-47494B418DE8}" type="presOf" srcId="{C08B6ABA-7617-45E5-AD56-B080EC13A854}" destId="{A19D6C7E-2831-384B-ACA7-636418973DD4}" srcOrd="0" destOrd="1" presId="urn:microsoft.com/office/officeart/2005/8/layout/list1"/>
    <dgm:cxn modelId="{C2E69324-2379-834B-A12D-F835E4307731}" type="presOf" srcId="{8C588411-3EB7-480E-A354-7FCA29109F54}" destId="{21E587AA-3E3B-8349-B726-9A74C57CBDDF}" srcOrd="0" destOrd="0" presId="urn:microsoft.com/office/officeart/2005/8/layout/list1"/>
    <dgm:cxn modelId="{BB1FFF24-650B-8948-9F0D-B4DDAA682511}" type="presOf" srcId="{31A7F873-0B39-4084-872A-A94412B61492}" destId="{615DCBAB-AD8C-DC42-8C07-F75EB780724B}" srcOrd="0" destOrd="0" presId="urn:microsoft.com/office/officeart/2005/8/layout/list1"/>
    <dgm:cxn modelId="{83CD843B-B7E4-7642-8C92-150B0EEF03E4}" type="presOf" srcId="{4E1BE5AB-65CF-48E0-BA07-7DD9FD48D09C}" destId="{E18E9AC9-3871-F74C-9A95-D3F2FB6F82C2}" srcOrd="0" destOrd="0" presId="urn:microsoft.com/office/officeart/2005/8/layout/list1"/>
    <dgm:cxn modelId="{7788503D-1686-45E8-9E24-C0210DD1CE79}" srcId="{8DCC4CFA-2E56-4D94-B5B7-3CE17D0EEE70}" destId="{62599D01-BE2F-4CE8-9A5F-530B5B551756}" srcOrd="1" destOrd="0" parTransId="{673F6968-0643-47FD-B6A4-05F59E865353}" sibTransId="{CE2B569D-80C1-403E-A798-0E65F85C4EAD}"/>
    <dgm:cxn modelId="{B9D5D23D-36AF-44F5-97CB-33FF8761F949}" srcId="{8F6CA86B-2227-4F96-A5D9-1498752C60FA}" destId="{0FB215D6-77EC-4262-81D9-B1AE74B2443D}" srcOrd="0" destOrd="0" parTransId="{CFD81825-3956-47E2-BC93-E7C7BDFF9CEB}" sibTransId="{4A34A191-22A6-4FAE-81F7-31A7D94C1E5E}"/>
    <dgm:cxn modelId="{3454C843-27ED-472F-834C-892CCAE3AC2A}" srcId="{8C588411-3EB7-480E-A354-7FCA29109F54}" destId="{9616F892-94A7-4A0A-A00C-8A92BF5B9EC7}" srcOrd="1" destOrd="0" parTransId="{9F547671-F64E-4713-A229-2624FACA7669}" sibTransId="{E0FF3AE6-8C46-4477-A207-63F3420E25BD}"/>
    <dgm:cxn modelId="{C9D7ED6E-3CED-F14D-AF83-BCC450D50E25}" type="presOf" srcId="{8F6CA86B-2227-4F96-A5D9-1498752C60FA}" destId="{9091CEC0-9908-8440-9B69-BC205BF498F9}" srcOrd="1" destOrd="0" presId="urn:microsoft.com/office/officeart/2005/8/layout/list1"/>
    <dgm:cxn modelId="{60E0FD6E-83A3-4EC4-9649-F3F2BF3C77E5}" srcId="{4615F519-4902-468F-81FC-DB27E1EF3A3A}" destId="{B604365D-8216-43DB-A083-3EDACABF3F4D}" srcOrd="0" destOrd="0" parTransId="{FA0B5E07-FCF1-4B7E-9052-28D4C6045D95}" sibTransId="{3EB808D8-DA99-414D-A688-23A55E3A1559}"/>
    <dgm:cxn modelId="{F124057B-F4D6-4949-9CA5-DCCBEB07E437}" type="presOf" srcId="{4615F519-4902-468F-81FC-DB27E1EF3A3A}" destId="{50A30B3F-AADE-CE46-B5CC-DFBA3A275499}" srcOrd="0" destOrd="0" presId="urn:microsoft.com/office/officeart/2005/8/layout/list1"/>
    <dgm:cxn modelId="{21E36387-7853-C044-AD65-4E8BEA6063D8}" type="presOf" srcId="{8F6CA86B-2227-4F96-A5D9-1498752C60FA}" destId="{615313A9-FA8A-654A-92DF-5350A8184F02}" srcOrd="0" destOrd="0" presId="urn:microsoft.com/office/officeart/2005/8/layout/list1"/>
    <dgm:cxn modelId="{85F30C93-44CA-4796-A7DB-0DB5C5B145C3}" srcId="{62599D01-BE2F-4CE8-9A5F-530B5B551756}" destId="{4E1BE5AB-65CF-48E0-BA07-7DD9FD48D09C}" srcOrd="0" destOrd="0" parTransId="{9884D5CC-0CFA-4424-96AB-5CBFBD70C7D7}" sibTransId="{F2F63704-C5B6-4D4E-BB6C-8CAD374F2AB0}"/>
    <dgm:cxn modelId="{8684359B-A9B3-B640-8A1E-F33695F12D4D}" type="presOf" srcId="{C500F5D6-63F5-4ED3-9D01-FBEDDED9005E}" destId="{B4AAB18E-7FAC-B44E-A05A-DB7DC710CBA6}" srcOrd="0" destOrd="1" presId="urn:microsoft.com/office/officeart/2005/8/layout/list1"/>
    <dgm:cxn modelId="{32B3B29C-AC69-484A-9127-B17F01B048F4}" type="presOf" srcId="{124F441F-1D5A-49FC-86B4-F84FEE4DCD8B}" destId="{8108F72F-716A-DE49-973E-AB01FF133559}" srcOrd="0" destOrd="1" presId="urn:microsoft.com/office/officeart/2005/8/layout/list1"/>
    <dgm:cxn modelId="{B250EFA9-8B92-174A-906B-493101BA61A5}" type="presOf" srcId="{B604365D-8216-43DB-A083-3EDACABF3F4D}" destId="{A19D6C7E-2831-384B-ACA7-636418973DD4}" srcOrd="0" destOrd="0" presId="urn:microsoft.com/office/officeart/2005/8/layout/list1"/>
    <dgm:cxn modelId="{D92F34AF-8640-244B-9FC5-3A8636F45693}" type="presOf" srcId="{8C588411-3EB7-480E-A354-7FCA29109F54}" destId="{B69167B2-3574-7845-A950-75160D47EFB4}" srcOrd="1" destOrd="0" presId="urn:microsoft.com/office/officeart/2005/8/layout/list1"/>
    <dgm:cxn modelId="{35153DAF-81C7-461D-AF89-AE3875F41783}" srcId="{62599D01-BE2F-4CE8-9A5F-530B5B551756}" destId="{E0E2E34F-0122-4CCC-8C85-72ECC5762BC3}" srcOrd="1" destOrd="0" parTransId="{D60928DC-87F0-4AE0-BC41-E99F93B2B3CF}" sibTransId="{5A7F7D66-24B7-47B2-A842-28F62E2B549E}"/>
    <dgm:cxn modelId="{1AC745B3-EBD0-764B-875C-3545588D169F}" type="presOf" srcId="{0FB215D6-77EC-4262-81D9-B1AE74B2443D}" destId="{8108F72F-716A-DE49-973E-AB01FF133559}" srcOrd="0" destOrd="0" presId="urn:microsoft.com/office/officeart/2005/8/layout/list1"/>
    <dgm:cxn modelId="{AC17F3BC-DA73-F149-821A-168464276689}" type="presOf" srcId="{E32C19CF-6CA6-41F0-BFEE-01429590A808}" destId="{B4AAB18E-7FAC-B44E-A05A-DB7DC710CBA6}" srcOrd="0" destOrd="0" presId="urn:microsoft.com/office/officeart/2005/8/layout/list1"/>
    <dgm:cxn modelId="{22958DBF-3B1E-44F5-B3DE-EE5540AADDE6}" srcId="{31A7F873-0B39-4084-872A-A94412B61492}" destId="{C500F5D6-63F5-4ED3-9D01-FBEDDED9005E}" srcOrd="1" destOrd="0" parTransId="{A8B441D2-2626-43FD-BCF6-CEDA2B55FE1C}" sibTransId="{8474C872-7BEA-492F-9185-C28140A2C538}"/>
    <dgm:cxn modelId="{00F868C0-3FD9-4D2C-AAFE-49E9B44F8F75}" srcId="{8C588411-3EB7-480E-A354-7FCA29109F54}" destId="{226C96A2-7B2D-4195-B55A-D2F95E15120D}" srcOrd="0" destOrd="0" parTransId="{C9445C9F-13F6-4C32-A9AE-18CD1ECFDA5C}" sibTransId="{93E1C79D-B057-45E2-9399-520D0A7E2F1B}"/>
    <dgm:cxn modelId="{3B699CC4-0FEE-1042-A5B6-90915BB2F880}" type="presOf" srcId="{226C96A2-7B2D-4195-B55A-D2F95E15120D}" destId="{89E321DC-43CE-5247-9482-62D7A7CF2D5E}" srcOrd="0" destOrd="0" presId="urn:microsoft.com/office/officeart/2005/8/layout/list1"/>
    <dgm:cxn modelId="{E80B58D0-2542-4437-9E0D-BBE872DCCD67}" srcId="{8DCC4CFA-2E56-4D94-B5B7-3CE17D0EEE70}" destId="{4615F519-4902-468F-81FC-DB27E1EF3A3A}" srcOrd="3" destOrd="0" parTransId="{FAE6AA14-7FEC-48B4-93D3-646E0055F7C2}" sibTransId="{27E70BF1-82CA-4A1B-9AD9-F899B65A5B98}"/>
    <dgm:cxn modelId="{C3F24ED2-8226-49AF-A5B5-8FF5F77AD78F}" srcId="{31A7F873-0B39-4084-872A-A94412B61492}" destId="{E32C19CF-6CA6-41F0-BFEE-01429590A808}" srcOrd="0" destOrd="0" parTransId="{7428ED24-F806-4447-AD76-F43386EAAC10}" sibTransId="{81F055EC-316A-4476-A150-062976BB957E}"/>
    <dgm:cxn modelId="{4C25B0DE-70CC-1F42-833B-6FDED2AD60C9}" type="presOf" srcId="{62599D01-BE2F-4CE8-9A5F-530B5B551756}" destId="{727F8CF2-73EC-9947-B57A-D03679E56E0B}" srcOrd="0" destOrd="0" presId="urn:microsoft.com/office/officeart/2005/8/layout/list1"/>
    <dgm:cxn modelId="{8DABD6DE-87F5-4E07-AA17-8BD4D4F91B0A}" srcId="{8DCC4CFA-2E56-4D94-B5B7-3CE17D0EEE70}" destId="{31A7F873-0B39-4084-872A-A94412B61492}" srcOrd="2" destOrd="0" parTransId="{239A3EF3-152F-4EC6-B4B6-372DF484EB7B}" sibTransId="{68BC47C5-9254-4733-AE12-C589D61369A5}"/>
    <dgm:cxn modelId="{4CD674DF-CAFF-A642-9A2E-091736DC5170}" type="presOf" srcId="{31A7F873-0B39-4084-872A-A94412B61492}" destId="{79E50745-5AF7-8840-A65D-59796E476379}" srcOrd="1" destOrd="0" presId="urn:microsoft.com/office/officeart/2005/8/layout/list1"/>
    <dgm:cxn modelId="{9D7D89E2-93C8-6043-BA9D-9555D839224F}" type="presOf" srcId="{8DCC4CFA-2E56-4D94-B5B7-3CE17D0EEE70}" destId="{6BFC4325-9161-354D-AF27-85919ABC83C8}" srcOrd="0" destOrd="0" presId="urn:microsoft.com/office/officeart/2005/8/layout/list1"/>
    <dgm:cxn modelId="{56F26BE3-582E-774F-93ED-CE934A465F35}" type="presOf" srcId="{62599D01-BE2F-4CE8-9A5F-530B5B551756}" destId="{3D515933-24B9-6A47-9579-9919E7B0503C}" srcOrd="1" destOrd="0" presId="urn:microsoft.com/office/officeart/2005/8/layout/list1"/>
    <dgm:cxn modelId="{39B656E4-80FA-7249-9C74-832F240A15D0}" type="presOf" srcId="{9616F892-94A7-4A0A-A00C-8A92BF5B9EC7}" destId="{89E321DC-43CE-5247-9482-62D7A7CF2D5E}" srcOrd="0" destOrd="1" presId="urn:microsoft.com/office/officeart/2005/8/layout/list1"/>
    <dgm:cxn modelId="{B380F2ED-9B3D-F442-9A17-980496090C9D}" type="presOf" srcId="{E0E2E34F-0122-4CCC-8C85-72ECC5762BC3}" destId="{E18E9AC9-3871-F74C-9A95-D3F2FB6F82C2}" srcOrd="0" destOrd="1" presId="urn:microsoft.com/office/officeart/2005/8/layout/list1"/>
    <dgm:cxn modelId="{4FD6B5F0-E65B-4CFB-B960-25D5CC9FD085}" srcId="{4615F519-4902-468F-81FC-DB27E1EF3A3A}" destId="{C08B6ABA-7617-45E5-AD56-B080EC13A854}" srcOrd="1" destOrd="0" parTransId="{5A298669-BF40-41CF-9807-34818084CB05}" sibTransId="{C906115C-A0A2-4F6A-99FA-B97C0175B344}"/>
    <dgm:cxn modelId="{4508EFF9-B3C2-4E54-8ED7-28707CAF6A2A}" srcId="{8DCC4CFA-2E56-4D94-B5B7-3CE17D0EEE70}" destId="{8C588411-3EB7-480E-A354-7FCA29109F54}" srcOrd="4" destOrd="0" parTransId="{B9670752-BB19-446E-8DE2-4D53A2E64BA8}" sibTransId="{BEC0D29C-ADFD-4C76-BA1B-4C20BE0120F2}"/>
    <dgm:cxn modelId="{9F536230-E730-4E48-962F-8DB8F4B42E94}" type="presParOf" srcId="{6BFC4325-9161-354D-AF27-85919ABC83C8}" destId="{C0BFFE33-E1EB-D44C-B4CE-080170EF3701}" srcOrd="0" destOrd="0" presId="urn:microsoft.com/office/officeart/2005/8/layout/list1"/>
    <dgm:cxn modelId="{5DA0EEE7-CCF3-6846-B1F2-241BAD005728}" type="presParOf" srcId="{C0BFFE33-E1EB-D44C-B4CE-080170EF3701}" destId="{615313A9-FA8A-654A-92DF-5350A8184F02}" srcOrd="0" destOrd="0" presId="urn:microsoft.com/office/officeart/2005/8/layout/list1"/>
    <dgm:cxn modelId="{53A4661D-64E0-1643-BFAD-A1CD1BFB80EE}" type="presParOf" srcId="{C0BFFE33-E1EB-D44C-B4CE-080170EF3701}" destId="{9091CEC0-9908-8440-9B69-BC205BF498F9}" srcOrd="1" destOrd="0" presId="urn:microsoft.com/office/officeart/2005/8/layout/list1"/>
    <dgm:cxn modelId="{71394E7A-AABE-6742-ACF8-370514A0725F}" type="presParOf" srcId="{6BFC4325-9161-354D-AF27-85919ABC83C8}" destId="{960E1F96-3769-C54E-9820-E02531CE7790}" srcOrd="1" destOrd="0" presId="urn:microsoft.com/office/officeart/2005/8/layout/list1"/>
    <dgm:cxn modelId="{10CB0D53-9B10-4B43-89D1-36CD94C76D8E}" type="presParOf" srcId="{6BFC4325-9161-354D-AF27-85919ABC83C8}" destId="{8108F72F-716A-DE49-973E-AB01FF133559}" srcOrd="2" destOrd="0" presId="urn:microsoft.com/office/officeart/2005/8/layout/list1"/>
    <dgm:cxn modelId="{7CC8305B-1386-9745-9E4D-B8FBE5D209A9}" type="presParOf" srcId="{6BFC4325-9161-354D-AF27-85919ABC83C8}" destId="{3AB138D1-E8A0-894E-8F2C-3ADEF1B0FF4C}" srcOrd="3" destOrd="0" presId="urn:microsoft.com/office/officeart/2005/8/layout/list1"/>
    <dgm:cxn modelId="{8AF2825D-BDEC-9E4D-A143-FA6671BAC368}" type="presParOf" srcId="{6BFC4325-9161-354D-AF27-85919ABC83C8}" destId="{23C7786F-9DF7-1B4F-B8FD-0660088E6359}" srcOrd="4" destOrd="0" presId="urn:microsoft.com/office/officeart/2005/8/layout/list1"/>
    <dgm:cxn modelId="{520B1AEF-60ED-9D40-B0F3-5BA565A46211}" type="presParOf" srcId="{23C7786F-9DF7-1B4F-B8FD-0660088E6359}" destId="{727F8CF2-73EC-9947-B57A-D03679E56E0B}" srcOrd="0" destOrd="0" presId="urn:microsoft.com/office/officeart/2005/8/layout/list1"/>
    <dgm:cxn modelId="{7985DBCB-00DB-B94A-AC2F-A144B320DE78}" type="presParOf" srcId="{23C7786F-9DF7-1B4F-B8FD-0660088E6359}" destId="{3D515933-24B9-6A47-9579-9919E7B0503C}" srcOrd="1" destOrd="0" presId="urn:microsoft.com/office/officeart/2005/8/layout/list1"/>
    <dgm:cxn modelId="{88BF9202-1352-F647-9E51-595F597BEA9F}" type="presParOf" srcId="{6BFC4325-9161-354D-AF27-85919ABC83C8}" destId="{FA12B4F4-A349-2B49-9284-02775D539318}" srcOrd="5" destOrd="0" presId="urn:microsoft.com/office/officeart/2005/8/layout/list1"/>
    <dgm:cxn modelId="{89353947-CEEB-0740-BC4F-0374F246E444}" type="presParOf" srcId="{6BFC4325-9161-354D-AF27-85919ABC83C8}" destId="{E18E9AC9-3871-F74C-9A95-D3F2FB6F82C2}" srcOrd="6" destOrd="0" presId="urn:microsoft.com/office/officeart/2005/8/layout/list1"/>
    <dgm:cxn modelId="{9E6B8340-BDB8-114D-BF8F-DA5680E1BB7F}" type="presParOf" srcId="{6BFC4325-9161-354D-AF27-85919ABC83C8}" destId="{4A2D629D-9952-4E46-A739-C52AE0107D30}" srcOrd="7" destOrd="0" presId="urn:microsoft.com/office/officeart/2005/8/layout/list1"/>
    <dgm:cxn modelId="{0A961C87-3C02-8F41-BE93-69713E4C8797}" type="presParOf" srcId="{6BFC4325-9161-354D-AF27-85919ABC83C8}" destId="{66D1A9B9-C44A-9947-8CF3-3C213A5A8AA2}" srcOrd="8" destOrd="0" presId="urn:microsoft.com/office/officeart/2005/8/layout/list1"/>
    <dgm:cxn modelId="{8D2B34E7-932E-6046-BE4C-C9151FED230F}" type="presParOf" srcId="{66D1A9B9-C44A-9947-8CF3-3C213A5A8AA2}" destId="{615DCBAB-AD8C-DC42-8C07-F75EB780724B}" srcOrd="0" destOrd="0" presId="urn:microsoft.com/office/officeart/2005/8/layout/list1"/>
    <dgm:cxn modelId="{264D9C41-0519-8946-88A5-0754673074F2}" type="presParOf" srcId="{66D1A9B9-C44A-9947-8CF3-3C213A5A8AA2}" destId="{79E50745-5AF7-8840-A65D-59796E476379}" srcOrd="1" destOrd="0" presId="urn:microsoft.com/office/officeart/2005/8/layout/list1"/>
    <dgm:cxn modelId="{3E65799D-3AE0-A642-8C18-D13823675CA8}" type="presParOf" srcId="{6BFC4325-9161-354D-AF27-85919ABC83C8}" destId="{EF6573FB-7CB4-214D-8F02-92D98A5FDE3C}" srcOrd="9" destOrd="0" presId="urn:microsoft.com/office/officeart/2005/8/layout/list1"/>
    <dgm:cxn modelId="{894D7009-934B-7C4C-A6B6-159F221BDD3C}" type="presParOf" srcId="{6BFC4325-9161-354D-AF27-85919ABC83C8}" destId="{B4AAB18E-7FAC-B44E-A05A-DB7DC710CBA6}" srcOrd="10" destOrd="0" presId="urn:microsoft.com/office/officeart/2005/8/layout/list1"/>
    <dgm:cxn modelId="{E05F305E-9DCC-B044-9213-5133E590C118}" type="presParOf" srcId="{6BFC4325-9161-354D-AF27-85919ABC83C8}" destId="{8BEEA141-34BF-C244-8A0F-11329FEDF63F}" srcOrd="11" destOrd="0" presId="urn:microsoft.com/office/officeart/2005/8/layout/list1"/>
    <dgm:cxn modelId="{6BC2493C-D6FC-964D-89E1-4378DC7DDC06}" type="presParOf" srcId="{6BFC4325-9161-354D-AF27-85919ABC83C8}" destId="{467EFBA1-75CE-B243-B6A2-7192992A4C30}" srcOrd="12" destOrd="0" presId="urn:microsoft.com/office/officeart/2005/8/layout/list1"/>
    <dgm:cxn modelId="{E857DFD4-E80D-9C4C-A3C5-445AB331FA61}" type="presParOf" srcId="{467EFBA1-75CE-B243-B6A2-7192992A4C30}" destId="{50A30B3F-AADE-CE46-B5CC-DFBA3A275499}" srcOrd="0" destOrd="0" presId="urn:microsoft.com/office/officeart/2005/8/layout/list1"/>
    <dgm:cxn modelId="{D79802B9-6504-D14A-901B-BFD43B87E916}" type="presParOf" srcId="{467EFBA1-75CE-B243-B6A2-7192992A4C30}" destId="{99D801E7-6B26-A84D-A5D6-AD2E5BBC419B}" srcOrd="1" destOrd="0" presId="urn:microsoft.com/office/officeart/2005/8/layout/list1"/>
    <dgm:cxn modelId="{11F56A02-4EAF-D04C-813E-E852A99EE173}" type="presParOf" srcId="{6BFC4325-9161-354D-AF27-85919ABC83C8}" destId="{552939E9-F4F9-1740-BF76-8D309D7C0263}" srcOrd="13" destOrd="0" presId="urn:microsoft.com/office/officeart/2005/8/layout/list1"/>
    <dgm:cxn modelId="{12FE38DC-70B6-F14D-AF99-D72929672C46}" type="presParOf" srcId="{6BFC4325-9161-354D-AF27-85919ABC83C8}" destId="{A19D6C7E-2831-384B-ACA7-636418973DD4}" srcOrd="14" destOrd="0" presId="urn:microsoft.com/office/officeart/2005/8/layout/list1"/>
    <dgm:cxn modelId="{49C7F063-5F70-D946-8913-2FE4E3F5663F}" type="presParOf" srcId="{6BFC4325-9161-354D-AF27-85919ABC83C8}" destId="{E8BF62EC-80E9-C84F-B7B8-7208034579F8}" srcOrd="15" destOrd="0" presId="urn:microsoft.com/office/officeart/2005/8/layout/list1"/>
    <dgm:cxn modelId="{A13170CA-0516-9A46-9339-E7BB44D2DF21}" type="presParOf" srcId="{6BFC4325-9161-354D-AF27-85919ABC83C8}" destId="{FB84FDF4-9FE8-D541-8466-5A5B199524C7}" srcOrd="16" destOrd="0" presId="urn:microsoft.com/office/officeart/2005/8/layout/list1"/>
    <dgm:cxn modelId="{4C3C9740-A3AE-C64A-A5AD-65F5AAB2F704}" type="presParOf" srcId="{FB84FDF4-9FE8-D541-8466-5A5B199524C7}" destId="{21E587AA-3E3B-8349-B726-9A74C57CBDDF}" srcOrd="0" destOrd="0" presId="urn:microsoft.com/office/officeart/2005/8/layout/list1"/>
    <dgm:cxn modelId="{E3571270-199A-C24B-84C1-C9B5ECF30CEF}" type="presParOf" srcId="{FB84FDF4-9FE8-D541-8466-5A5B199524C7}" destId="{B69167B2-3574-7845-A950-75160D47EFB4}" srcOrd="1" destOrd="0" presId="urn:microsoft.com/office/officeart/2005/8/layout/list1"/>
    <dgm:cxn modelId="{8935285E-41CE-CF49-87B6-EEF98CBF3691}" type="presParOf" srcId="{6BFC4325-9161-354D-AF27-85919ABC83C8}" destId="{BB8572B1-3F73-2F4B-94DD-5CAA0E171E8C}" srcOrd="17" destOrd="0" presId="urn:microsoft.com/office/officeart/2005/8/layout/list1"/>
    <dgm:cxn modelId="{D23A04E8-4FF8-9041-A5A0-914FE7A7D88C}" type="presParOf" srcId="{6BFC4325-9161-354D-AF27-85919ABC83C8}" destId="{89E321DC-43CE-5247-9482-62D7A7CF2D5E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10E611-574B-2243-A5D0-5E203414F0E2}">
      <dsp:nvSpPr>
        <dsp:cNvPr id="0" name=""/>
        <dsp:cNvSpPr/>
      </dsp:nvSpPr>
      <dsp:spPr>
        <a:xfrm>
          <a:off x="0" y="41089"/>
          <a:ext cx="6666833" cy="5405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Esophageal anatomy &amp; physiology</a:t>
          </a:r>
        </a:p>
      </dsp:txBody>
      <dsp:txXfrm>
        <a:off x="26387" y="67476"/>
        <a:ext cx="6614059" cy="487766"/>
      </dsp:txXfrm>
    </dsp:sp>
    <dsp:sp modelId="{B1086680-5382-A746-B82E-FB894A8C63C8}">
      <dsp:nvSpPr>
        <dsp:cNvPr id="0" name=""/>
        <dsp:cNvSpPr/>
      </dsp:nvSpPr>
      <dsp:spPr>
        <a:xfrm>
          <a:off x="0" y="644989"/>
          <a:ext cx="6666833" cy="540540"/>
        </a:xfrm>
        <a:prstGeom prst="roundRect">
          <a:avLst/>
        </a:prstGeom>
        <a:gradFill rotWithShape="0">
          <a:gsLst>
            <a:gs pos="0">
              <a:schemeClr val="accent2">
                <a:hueOff val="805452"/>
                <a:satOff val="-2312"/>
                <a:lumOff val="-370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805452"/>
                <a:satOff val="-2312"/>
                <a:lumOff val="-370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805452"/>
                <a:satOff val="-2312"/>
                <a:lumOff val="-370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Dysphagia evaluation</a:t>
          </a:r>
        </a:p>
      </dsp:txBody>
      <dsp:txXfrm>
        <a:off x="26387" y="671376"/>
        <a:ext cx="6614059" cy="487766"/>
      </dsp:txXfrm>
    </dsp:sp>
    <dsp:sp modelId="{29493F3F-C50A-4C45-9003-5D56053E917A}">
      <dsp:nvSpPr>
        <dsp:cNvPr id="0" name=""/>
        <dsp:cNvSpPr/>
      </dsp:nvSpPr>
      <dsp:spPr>
        <a:xfrm>
          <a:off x="0" y="1248889"/>
          <a:ext cx="6666833" cy="54054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GERD &amp; Barrett’s esophagus</a:t>
          </a:r>
        </a:p>
      </dsp:txBody>
      <dsp:txXfrm>
        <a:off x="26387" y="1275276"/>
        <a:ext cx="6614059" cy="487766"/>
      </dsp:txXfrm>
    </dsp:sp>
    <dsp:sp modelId="{8D558CFF-8405-274D-AC8B-090B75D72830}">
      <dsp:nvSpPr>
        <dsp:cNvPr id="0" name=""/>
        <dsp:cNvSpPr/>
      </dsp:nvSpPr>
      <dsp:spPr>
        <a:xfrm>
          <a:off x="0" y="1852789"/>
          <a:ext cx="6666833" cy="540540"/>
        </a:xfrm>
        <a:prstGeom prst="roundRect">
          <a:avLst/>
        </a:prstGeom>
        <a:gradFill rotWithShape="0">
          <a:gsLst>
            <a:gs pos="0">
              <a:schemeClr val="accent2">
                <a:hueOff val="2416355"/>
                <a:satOff val="-6935"/>
                <a:lumOff val="-111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416355"/>
                <a:satOff val="-6935"/>
                <a:lumOff val="-111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416355"/>
                <a:satOff val="-6935"/>
                <a:lumOff val="-111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Esophagitis &amp; strictures</a:t>
          </a:r>
        </a:p>
      </dsp:txBody>
      <dsp:txXfrm>
        <a:off x="26387" y="1879176"/>
        <a:ext cx="6614059" cy="487766"/>
      </dsp:txXfrm>
    </dsp:sp>
    <dsp:sp modelId="{9A5A8956-5124-D041-97FB-E84D76F65D58}">
      <dsp:nvSpPr>
        <dsp:cNvPr id="0" name=""/>
        <dsp:cNvSpPr/>
      </dsp:nvSpPr>
      <dsp:spPr>
        <a:xfrm>
          <a:off x="0" y="2456689"/>
          <a:ext cx="6666833" cy="54054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Motility disorders</a:t>
          </a:r>
        </a:p>
      </dsp:txBody>
      <dsp:txXfrm>
        <a:off x="26387" y="2483076"/>
        <a:ext cx="6614059" cy="487766"/>
      </dsp:txXfrm>
    </dsp:sp>
    <dsp:sp modelId="{5F43D5B0-05DC-8941-8750-243253BB8F9D}">
      <dsp:nvSpPr>
        <dsp:cNvPr id="0" name=""/>
        <dsp:cNvSpPr/>
      </dsp:nvSpPr>
      <dsp:spPr>
        <a:xfrm>
          <a:off x="0" y="3060589"/>
          <a:ext cx="6666833" cy="540540"/>
        </a:xfrm>
        <a:prstGeom prst="roundRect">
          <a:avLst/>
        </a:prstGeom>
        <a:gradFill rotWithShape="0">
          <a:gsLst>
            <a:gs pos="0">
              <a:schemeClr val="accent2">
                <a:hueOff val="4027259"/>
                <a:satOff val="-11558"/>
                <a:lumOff val="-185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027259"/>
                <a:satOff val="-11558"/>
                <a:lumOff val="-185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027259"/>
                <a:satOff val="-11558"/>
                <a:lumOff val="-185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Zenker Diverticulum</a:t>
          </a:r>
        </a:p>
      </dsp:txBody>
      <dsp:txXfrm>
        <a:off x="26387" y="3086976"/>
        <a:ext cx="6614059" cy="487766"/>
      </dsp:txXfrm>
    </dsp:sp>
    <dsp:sp modelId="{C43C4569-847C-E24E-B793-0F18A35E9490}">
      <dsp:nvSpPr>
        <dsp:cNvPr id="0" name=""/>
        <dsp:cNvSpPr/>
      </dsp:nvSpPr>
      <dsp:spPr>
        <a:xfrm>
          <a:off x="0" y="3664490"/>
          <a:ext cx="6666833" cy="540540"/>
        </a:xfrm>
        <a:prstGeom prst="round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Upper GI Bleeding</a:t>
          </a:r>
        </a:p>
      </dsp:txBody>
      <dsp:txXfrm>
        <a:off x="26387" y="3690877"/>
        <a:ext cx="6614059" cy="487766"/>
      </dsp:txXfrm>
    </dsp:sp>
    <dsp:sp modelId="{22364581-A986-E545-872F-D01E506BD317}">
      <dsp:nvSpPr>
        <dsp:cNvPr id="0" name=""/>
        <dsp:cNvSpPr/>
      </dsp:nvSpPr>
      <dsp:spPr>
        <a:xfrm>
          <a:off x="0" y="4268390"/>
          <a:ext cx="6666833" cy="540540"/>
        </a:xfrm>
        <a:prstGeom prst="roundRect">
          <a:avLst/>
        </a:prstGeom>
        <a:gradFill rotWithShape="0">
          <a:gsLst>
            <a:gs pos="0">
              <a:schemeClr val="accent2">
                <a:hueOff val="5638162"/>
                <a:satOff val="-16181"/>
                <a:lumOff val="-259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638162"/>
                <a:satOff val="-16181"/>
                <a:lumOff val="-259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638162"/>
                <a:satOff val="-16181"/>
                <a:lumOff val="-259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Peptic Ulcer Disease</a:t>
          </a:r>
        </a:p>
      </dsp:txBody>
      <dsp:txXfrm>
        <a:off x="26387" y="4294777"/>
        <a:ext cx="6614059" cy="487766"/>
      </dsp:txXfrm>
    </dsp:sp>
    <dsp:sp modelId="{C0C0328F-B609-A74F-B11F-8061DBA90097}">
      <dsp:nvSpPr>
        <dsp:cNvPr id="0" name=""/>
        <dsp:cNvSpPr/>
      </dsp:nvSpPr>
      <dsp:spPr>
        <a:xfrm>
          <a:off x="0" y="4872290"/>
          <a:ext cx="6666833" cy="5405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High Yield Comparisons</a:t>
          </a:r>
        </a:p>
      </dsp:txBody>
      <dsp:txXfrm>
        <a:off x="26387" y="4898677"/>
        <a:ext cx="6614059" cy="4877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76B7D6-AD3C-A642-9A4C-C499A7ECFD96}">
      <dsp:nvSpPr>
        <dsp:cNvPr id="0" name=""/>
        <dsp:cNvSpPr/>
      </dsp:nvSpPr>
      <dsp:spPr>
        <a:xfrm>
          <a:off x="0" y="490865"/>
          <a:ext cx="6666833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54076" rIns="51742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Checks for: mucosal dz, obstruction, malignancy, bleeding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Allows biopsy &amp; therapy </a:t>
          </a:r>
        </a:p>
      </dsp:txBody>
      <dsp:txXfrm>
        <a:off x="0" y="490865"/>
        <a:ext cx="6666833" cy="990675"/>
      </dsp:txXfrm>
    </dsp:sp>
    <dsp:sp modelId="{63EA3A2C-AF11-644F-8F7F-AB38D492FBAD}">
      <dsp:nvSpPr>
        <dsp:cNvPr id="0" name=""/>
        <dsp:cNvSpPr/>
      </dsp:nvSpPr>
      <dsp:spPr>
        <a:xfrm>
          <a:off x="333341" y="239945"/>
          <a:ext cx="4666783" cy="5018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EGD </a:t>
          </a:r>
        </a:p>
      </dsp:txBody>
      <dsp:txXfrm>
        <a:off x="357839" y="264443"/>
        <a:ext cx="4617787" cy="452844"/>
      </dsp:txXfrm>
    </dsp:sp>
    <dsp:sp modelId="{9B0B4C48-DF49-184A-83CF-65A8B6BC998F}">
      <dsp:nvSpPr>
        <dsp:cNvPr id="0" name=""/>
        <dsp:cNvSpPr/>
      </dsp:nvSpPr>
      <dsp:spPr>
        <a:xfrm>
          <a:off x="0" y="1824260"/>
          <a:ext cx="6666833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54076" rIns="51742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Checks: structural anatomy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Rings, diverticula, severe strictures, achalasia</a:t>
          </a:r>
        </a:p>
      </dsp:txBody>
      <dsp:txXfrm>
        <a:off x="0" y="1824260"/>
        <a:ext cx="6666833" cy="990675"/>
      </dsp:txXfrm>
    </dsp:sp>
    <dsp:sp modelId="{8E2DCC74-2519-7C4E-9685-4591DB3F276D}">
      <dsp:nvSpPr>
        <dsp:cNvPr id="0" name=""/>
        <dsp:cNvSpPr/>
      </dsp:nvSpPr>
      <dsp:spPr>
        <a:xfrm>
          <a:off x="333341" y="1573340"/>
          <a:ext cx="4666783" cy="5018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Barium esophagram</a:t>
          </a:r>
        </a:p>
      </dsp:txBody>
      <dsp:txXfrm>
        <a:off x="357839" y="1597838"/>
        <a:ext cx="4617787" cy="452844"/>
      </dsp:txXfrm>
    </dsp:sp>
    <dsp:sp modelId="{F838314F-2D1E-E04F-ABAD-E80D2EC230F3}">
      <dsp:nvSpPr>
        <dsp:cNvPr id="0" name=""/>
        <dsp:cNvSpPr/>
      </dsp:nvSpPr>
      <dsp:spPr>
        <a:xfrm>
          <a:off x="0" y="3157655"/>
          <a:ext cx="6666833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54076" rIns="51742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Checks: Esophageal motor function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Achalasia, other motility disorders</a:t>
          </a:r>
        </a:p>
      </dsp:txBody>
      <dsp:txXfrm>
        <a:off x="0" y="3157655"/>
        <a:ext cx="6666833" cy="990675"/>
      </dsp:txXfrm>
    </dsp:sp>
    <dsp:sp modelId="{99426322-EA1D-3445-8C2B-2F25E89CE179}">
      <dsp:nvSpPr>
        <dsp:cNvPr id="0" name=""/>
        <dsp:cNvSpPr/>
      </dsp:nvSpPr>
      <dsp:spPr>
        <a:xfrm>
          <a:off x="333341" y="2906735"/>
          <a:ext cx="4666783" cy="5018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Esophageal manometry</a:t>
          </a:r>
        </a:p>
      </dsp:txBody>
      <dsp:txXfrm>
        <a:off x="357839" y="2931233"/>
        <a:ext cx="4617787" cy="452844"/>
      </dsp:txXfrm>
    </dsp:sp>
    <dsp:sp modelId="{A6C8AF82-9DFB-6D4D-A741-C121507BE27A}">
      <dsp:nvSpPr>
        <dsp:cNvPr id="0" name=""/>
        <dsp:cNvSpPr/>
      </dsp:nvSpPr>
      <dsp:spPr>
        <a:xfrm>
          <a:off x="0" y="4491050"/>
          <a:ext cx="6666833" cy="7229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54076" rIns="51742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Establishes/quantifies reflux</a:t>
          </a:r>
        </a:p>
      </dsp:txBody>
      <dsp:txXfrm>
        <a:off x="0" y="4491050"/>
        <a:ext cx="6666833" cy="722924"/>
      </dsp:txXfrm>
    </dsp:sp>
    <dsp:sp modelId="{DD61E8BC-12C6-834F-A98B-83C2210B6786}">
      <dsp:nvSpPr>
        <dsp:cNvPr id="0" name=""/>
        <dsp:cNvSpPr/>
      </dsp:nvSpPr>
      <dsp:spPr>
        <a:xfrm>
          <a:off x="333341" y="4240130"/>
          <a:ext cx="4666783" cy="5018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Ambulatory pH monitoring</a:t>
          </a:r>
        </a:p>
      </dsp:txBody>
      <dsp:txXfrm>
        <a:off x="357839" y="4264628"/>
        <a:ext cx="4617787" cy="4528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B28697-EE4E-7B44-8C33-0D44DB64D61A}">
      <dsp:nvSpPr>
        <dsp:cNvPr id="0" name=""/>
        <dsp:cNvSpPr/>
      </dsp:nvSpPr>
      <dsp:spPr>
        <a:xfrm>
          <a:off x="0" y="719240"/>
          <a:ext cx="6666833" cy="1398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99872" rIns="51742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Empiric once-daily </a:t>
          </a:r>
          <a:r>
            <a:rPr lang="en-US" sz="2400" kern="1200" dirty="0">
              <a:solidFill>
                <a:srgbClr val="FF0000"/>
              </a:solidFill>
            </a:rPr>
            <a:t>PPI therapy x8 weeks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Ensure no alarm symptoms!</a:t>
          </a:r>
        </a:p>
      </dsp:txBody>
      <dsp:txXfrm>
        <a:off x="0" y="719240"/>
        <a:ext cx="6666833" cy="1398600"/>
      </dsp:txXfrm>
    </dsp:sp>
    <dsp:sp modelId="{8DF15F44-CB94-C342-85FA-EA8C707739E0}">
      <dsp:nvSpPr>
        <dsp:cNvPr id="0" name=""/>
        <dsp:cNvSpPr/>
      </dsp:nvSpPr>
      <dsp:spPr>
        <a:xfrm>
          <a:off x="333341" y="365000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Classic sx:</a:t>
          </a:r>
        </a:p>
      </dsp:txBody>
      <dsp:txXfrm>
        <a:off x="367926" y="399585"/>
        <a:ext cx="4597613" cy="639310"/>
      </dsp:txXfrm>
    </dsp:sp>
    <dsp:sp modelId="{751179B7-1C05-F845-B494-FFFCF903135A}">
      <dsp:nvSpPr>
        <dsp:cNvPr id="0" name=""/>
        <dsp:cNvSpPr/>
      </dsp:nvSpPr>
      <dsp:spPr>
        <a:xfrm>
          <a:off x="0" y="2601680"/>
          <a:ext cx="6666833" cy="1398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99872" rIns="51742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+alarm sx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Severe/refractory sx</a:t>
          </a:r>
        </a:p>
      </dsp:txBody>
      <dsp:txXfrm>
        <a:off x="0" y="2601680"/>
        <a:ext cx="6666833" cy="1398600"/>
      </dsp:txXfrm>
    </dsp:sp>
    <dsp:sp modelId="{6375B896-1AE2-2844-B9A8-6FD49C50B5C4}">
      <dsp:nvSpPr>
        <dsp:cNvPr id="0" name=""/>
        <dsp:cNvSpPr/>
      </dsp:nvSpPr>
      <dsp:spPr>
        <a:xfrm>
          <a:off x="333341" y="2247440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Perform EGD if:</a:t>
          </a:r>
        </a:p>
      </dsp:txBody>
      <dsp:txXfrm>
        <a:off x="367926" y="2282025"/>
        <a:ext cx="4597613" cy="639310"/>
      </dsp:txXfrm>
    </dsp:sp>
    <dsp:sp modelId="{B6B0D6BE-DD1D-AC4A-BAB0-34D4808D7A6C}">
      <dsp:nvSpPr>
        <dsp:cNvPr id="0" name=""/>
        <dsp:cNvSpPr/>
      </dsp:nvSpPr>
      <dsp:spPr>
        <a:xfrm>
          <a:off x="0" y="4484120"/>
          <a:ext cx="6666833" cy="604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7793B7-9880-3847-BFCB-B91701C05CAC}">
      <dsp:nvSpPr>
        <dsp:cNvPr id="0" name=""/>
        <dsp:cNvSpPr/>
      </dsp:nvSpPr>
      <dsp:spPr>
        <a:xfrm>
          <a:off x="333341" y="4129880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If EGD normal </a:t>
          </a:r>
          <a:r>
            <a:rPr lang="en-US" sz="2400" kern="1200">
              <a:sym typeface="Wingdings" panose="05000000000000000000" pitchFamily="2" charset="2"/>
            </a:rPr>
            <a:t></a:t>
          </a:r>
          <a:r>
            <a:rPr lang="en-US" sz="2400" kern="1200"/>
            <a:t> pH monitoring </a:t>
          </a:r>
        </a:p>
      </dsp:txBody>
      <dsp:txXfrm>
        <a:off x="367926" y="4164465"/>
        <a:ext cx="4597613" cy="6393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DB90A2-062D-EE43-B322-C572DBB2ABAA}">
      <dsp:nvSpPr>
        <dsp:cNvPr id="0" name=""/>
        <dsp:cNvSpPr/>
      </dsp:nvSpPr>
      <dsp:spPr>
        <a:xfrm>
          <a:off x="51" y="43119"/>
          <a:ext cx="4913783" cy="806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Initial:</a:t>
          </a:r>
        </a:p>
      </dsp:txBody>
      <dsp:txXfrm>
        <a:off x="51" y="43119"/>
        <a:ext cx="4913783" cy="806400"/>
      </dsp:txXfrm>
    </dsp:sp>
    <dsp:sp modelId="{1635AA51-245C-4948-B4CC-266F8CB2C96C}">
      <dsp:nvSpPr>
        <dsp:cNvPr id="0" name=""/>
        <dsp:cNvSpPr/>
      </dsp:nvSpPr>
      <dsp:spPr>
        <a:xfrm>
          <a:off x="51" y="849519"/>
          <a:ext cx="4913783" cy="34586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Weight reduction (if obese)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Lifestyle changes:</a:t>
          </a:r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Elevate head of bed</a:t>
          </a:r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Avoid meals 2-3 hours before bedtime</a:t>
          </a:r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Avoid acidic/spicy foods</a:t>
          </a:r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Tobacco cessation</a:t>
          </a:r>
        </a:p>
      </dsp:txBody>
      <dsp:txXfrm>
        <a:off x="51" y="849519"/>
        <a:ext cx="4913783" cy="3458699"/>
      </dsp:txXfrm>
    </dsp:sp>
    <dsp:sp modelId="{B8EBD29D-D0B1-E244-970E-B39047B6A802}">
      <dsp:nvSpPr>
        <dsp:cNvPr id="0" name=""/>
        <dsp:cNvSpPr/>
      </dsp:nvSpPr>
      <dsp:spPr>
        <a:xfrm>
          <a:off x="5601764" y="43119"/>
          <a:ext cx="4913783" cy="806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Start PPI x8 weeks</a:t>
          </a:r>
        </a:p>
      </dsp:txBody>
      <dsp:txXfrm>
        <a:off x="5601764" y="43119"/>
        <a:ext cx="4913783" cy="806400"/>
      </dsp:txXfrm>
    </dsp:sp>
    <dsp:sp modelId="{EA2DF37A-24F1-1E4B-B02A-9F6C0F197583}">
      <dsp:nvSpPr>
        <dsp:cNvPr id="0" name=""/>
        <dsp:cNvSpPr/>
      </dsp:nvSpPr>
      <dsp:spPr>
        <a:xfrm>
          <a:off x="5601764" y="849519"/>
          <a:ext cx="4913783" cy="34586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30-60 mins before meals (usually before breakfast)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Continue if:</a:t>
          </a:r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Erosive esophagitis</a:t>
          </a:r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Barrett’s esophagus</a:t>
          </a:r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Recurrent peptic stricture</a:t>
          </a:r>
        </a:p>
      </dsp:txBody>
      <dsp:txXfrm>
        <a:off x="5601764" y="849519"/>
        <a:ext cx="4913783" cy="34586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9E9400-70F7-6E4F-9801-29B48831EFDA}">
      <dsp:nvSpPr>
        <dsp:cNvPr id="0" name=""/>
        <dsp:cNvSpPr/>
      </dsp:nvSpPr>
      <dsp:spPr>
        <a:xfrm>
          <a:off x="0" y="424400"/>
          <a:ext cx="6666833" cy="604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4C950C-7343-F546-BC5B-F14F1A71A4A3}">
      <dsp:nvSpPr>
        <dsp:cNvPr id="0" name=""/>
        <dsp:cNvSpPr/>
      </dsp:nvSpPr>
      <dsp:spPr>
        <a:xfrm>
          <a:off x="333341" y="70160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Erosive esophagitis</a:t>
          </a:r>
        </a:p>
      </dsp:txBody>
      <dsp:txXfrm>
        <a:off x="367926" y="104745"/>
        <a:ext cx="4597613" cy="639310"/>
      </dsp:txXfrm>
    </dsp:sp>
    <dsp:sp modelId="{0C5F5D75-53F5-4E45-83F8-FCA70A3C8949}">
      <dsp:nvSpPr>
        <dsp:cNvPr id="0" name=""/>
        <dsp:cNvSpPr/>
      </dsp:nvSpPr>
      <dsp:spPr>
        <a:xfrm>
          <a:off x="0" y="1513040"/>
          <a:ext cx="6666833" cy="604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D719D8-250B-0F4C-88A9-38555141BC8A}">
      <dsp:nvSpPr>
        <dsp:cNvPr id="0" name=""/>
        <dsp:cNvSpPr/>
      </dsp:nvSpPr>
      <dsp:spPr>
        <a:xfrm>
          <a:off x="333341" y="1158800"/>
          <a:ext cx="4666783" cy="70848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Ulceration</a:t>
          </a:r>
        </a:p>
      </dsp:txBody>
      <dsp:txXfrm>
        <a:off x="367926" y="1193385"/>
        <a:ext cx="4597613" cy="639310"/>
      </dsp:txXfrm>
    </dsp:sp>
    <dsp:sp modelId="{6B03333D-1432-DA40-BB62-FC2A70CB3D47}">
      <dsp:nvSpPr>
        <dsp:cNvPr id="0" name=""/>
        <dsp:cNvSpPr/>
      </dsp:nvSpPr>
      <dsp:spPr>
        <a:xfrm>
          <a:off x="0" y="2601680"/>
          <a:ext cx="6666833" cy="604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7A2E58-CA7D-E74B-9C07-10663CE9F7CE}">
      <dsp:nvSpPr>
        <dsp:cNvPr id="0" name=""/>
        <dsp:cNvSpPr/>
      </dsp:nvSpPr>
      <dsp:spPr>
        <a:xfrm>
          <a:off x="333341" y="2247440"/>
          <a:ext cx="4666783" cy="70848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Peptic stricture</a:t>
          </a:r>
        </a:p>
      </dsp:txBody>
      <dsp:txXfrm>
        <a:off x="367926" y="2282025"/>
        <a:ext cx="4597613" cy="639310"/>
      </dsp:txXfrm>
    </dsp:sp>
    <dsp:sp modelId="{66CBAB99-737D-C448-9F4C-E265A35D4F5E}">
      <dsp:nvSpPr>
        <dsp:cNvPr id="0" name=""/>
        <dsp:cNvSpPr/>
      </dsp:nvSpPr>
      <dsp:spPr>
        <a:xfrm>
          <a:off x="0" y="3690319"/>
          <a:ext cx="6666833" cy="604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ABB50D-1770-9D43-B210-49C3D2DBF652}">
      <dsp:nvSpPr>
        <dsp:cNvPr id="0" name=""/>
        <dsp:cNvSpPr/>
      </dsp:nvSpPr>
      <dsp:spPr>
        <a:xfrm>
          <a:off x="333341" y="3336080"/>
          <a:ext cx="4666783" cy="7084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Barrett’s esophagus</a:t>
          </a:r>
        </a:p>
      </dsp:txBody>
      <dsp:txXfrm>
        <a:off x="367926" y="3370665"/>
        <a:ext cx="4597613" cy="639310"/>
      </dsp:txXfrm>
    </dsp:sp>
    <dsp:sp modelId="{5213C97C-8527-1946-812D-5232F2073F5A}">
      <dsp:nvSpPr>
        <dsp:cNvPr id="0" name=""/>
        <dsp:cNvSpPr/>
      </dsp:nvSpPr>
      <dsp:spPr>
        <a:xfrm>
          <a:off x="0" y="4778959"/>
          <a:ext cx="6666833" cy="604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BFA874-405C-7B40-80FF-4DB53DC57EC9}">
      <dsp:nvSpPr>
        <dsp:cNvPr id="0" name=""/>
        <dsp:cNvSpPr/>
      </dsp:nvSpPr>
      <dsp:spPr>
        <a:xfrm>
          <a:off x="333341" y="4424719"/>
          <a:ext cx="4666783" cy="70848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Esophageal adenocarcinoma</a:t>
          </a:r>
        </a:p>
      </dsp:txBody>
      <dsp:txXfrm>
        <a:off x="367926" y="4459304"/>
        <a:ext cx="4597613" cy="6393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DD6AFE-BA2E-E74E-8FC3-0F38832AB64C}">
      <dsp:nvSpPr>
        <dsp:cNvPr id="0" name=""/>
        <dsp:cNvSpPr/>
      </dsp:nvSpPr>
      <dsp:spPr>
        <a:xfrm rot="5400000">
          <a:off x="6589693" y="-2661723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Daily PPI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If &lt;3cm: rpt EGD q5y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If &gt;3cm: rpt EGD q3y </a:t>
          </a:r>
        </a:p>
      </dsp:txBody>
      <dsp:txXfrm rot="-5400000">
        <a:off x="3785616" y="197117"/>
        <a:ext cx="6675221" cy="1012303"/>
      </dsp:txXfrm>
    </dsp:sp>
    <dsp:sp modelId="{F540FEF3-0256-024B-921D-C28FFC90F560}">
      <dsp:nvSpPr>
        <dsp:cNvPr id="0" name=""/>
        <dsp:cNvSpPr/>
      </dsp:nvSpPr>
      <dsp:spPr>
        <a:xfrm>
          <a:off x="0" y="2124"/>
          <a:ext cx="378561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Nondysplastic Barrett’s</a:t>
          </a:r>
        </a:p>
      </dsp:txBody>
      <dsp:txXfrm>
        <a:off x="68454" y="70578"/>
        <a:ext cx="3648708" cy="1265378"/>
      </dsp:txXfrm>
    </dsp:sp>
    <dsp:sp modelId="{014FA043-9A56-0D4D-98B7-B68711C023A2}">
      <dsp:nvSpPr>
        <dsp:cNvPr id="0" name=""/>
        <dsp:cNvSpPr/>
      </dsp:nvSpPr>
      <dsp:spPr>
        <a:xfrm rot="5400000">
          <a:off x="6589693" y="-1189323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Endoscopic resection</a:t>
          </a:r>
        </a:p>
      </dsp:txBody>
      <dsp:txXfrm rot="-5400000">
        <a:off x="3785616" y="1669517"/>
        <a:ext cx="6675221" cy="1012303"/>
      </dsp:txXfrm>
    </dsp:sp>
    <dsp:sp modelId="{23712662-88D6-B94D-B72E-B7827C4F5C1B}">
      <dsp:nvSpPr>
        <dsp:cNvPr id="0" name=""/>
        <dsp:cNvSpPr/>
      </dsp:nvSpPr>
      <dsp:spPr>
        <a:xfrm>
          <a:off x="0" y="1474525"/>
          <a:ext cx="378561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Low-grade dysplasia:</a:t>
          </a:r>
        </a:p>
      </dsp:txBody>
      <dsp:txXfrm>
        <a:off x="68454" y="1542979"/>
        <a:ext cx="3648708" cy="1265378"/>
      </dsp:txXfrm>
    </dsp:sp>
    <dsp:sp modelId="{2710F8FF-DF0F-9441-B23A-CFBAEEA48D73}">
      <dsp:nvSpPr>
        <dsp:cNvPr id="0" name=""/>
        <dsp:cNvSpPr/>
      </dsp:nvSpPr>
      <dsp:spPr>
        <a:xfrm rot="5400000">
          <a:off x="6589693" y="283077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Endoscopic resection + ablation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Surgery if resectable</a:t>
          </a:r>
        </a:p>
      </dsp:txBody>
      <dsp:txXfrm rot="-5400000">
        <a:off x="3785616" y="3141918"/>
        <a:ext cx="6675221" cy="1012303"/>
      </dsp:txXfrm>
    </dsp:sp>
    <dsp:sp modelId="{7F351B83-1E68-7843-90F2-0052F36B5729}">
      <dsp:nvSpPr>
        <dsp:cNvPr id="0" name=""/>
        <dsp:cNvSpPr/>
      </dsp:nvSpPr>
      <dsp:spPr>
        <a:xfrm>
          <a:off x="0" y="2946926"/>
          <a:ext cx="378561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High-grade dysplasia OR cancer:</a:t>
          </a:r>
        </a:p>
      </dsp:txBody>
      <dsp:txXfrm>
        <a:off x="68454" y="3015380"/>
        <a:ext cx="3648708" cy="126537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0D0D55-05A2-BE49-8064-3B34DD9B31F3}">
      <dsp:nvSpPr>
        <dsp:cNvPr id="0" name=""/>
        <dsp:cNvSpPr/>
      </dsp:nvSpPr>
      <dsp:spPr>
        <a:xfrm rot="5400000">
          <a:off x="2674467" y="-596782"/>
          <a:ext cx="1698041" cy="331622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Multiple small “volcano like” ulcers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Tx: acyclovir</a:t>
          </a:r>
        </a:p>
      </dsp:txBody>
      <dsp:txXfrm rot="-5400000">
        <a:off x="1865376" y="295201"/>
        <a:ext cx="3233332" cy="1532257"/>
      </dsp:txXfrm>
    </dsp:sp>
    <dsp:sp modelId="{7BAE7B2A-C344-AE45-98E2-4213E7414C04}">
      <dsp:nvSpPr>
        <dsp:cNvPr id="0" name=""/>
        <dsp:cNvSpPr/>
      </dsp:nvSpPr>
      <dsp:spPr>
        <a:xfrm>
          <a:off x="0" y="53"/>
          <a:ext cx="1865376" cy="21225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HSV</a:t>
          </a:r>
        </a:p>
      </dsp:txBody>
      <dsp:txXfrm>
        <a:off x="91060" y="91113"/>
        <a:ext cx="1683256" cy="1940432"/>
      </dsp:txXfrm>
    </dsp:sp>
    <dsp:sp modelId="{F77889E6-D81D-244C-864E-DA411987F173}">
      <dsp:nvSpPr>
        <dsp:cNvPr id="0" name=""/>
        <dsp:cNvSpPr/>
      </dsp:nvSpPr>
      <dsp:spPr>
        <a:xfrm rot="5400000">
          <a:off x="2674467" y="1631896"/>
          <a:ext cx="1698041" cy="331622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Large, linear longitudinal ulcers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Tx: ganciclovir or valganciclovir</a:t>
          </a:r>
        </a:p>
      </dsp:txBody>
      <dsp:txXfrm rot="-5400000">
        <a:off x="1865376" y="2523879"/>
        <a:ext cx="3233332" cy="1532257"/>
      </dsp:txXfrm>
    </dsp:sp>
    <dsp:sp modelId="{E4F11BF9-8C03-024B-9049-56E209EE4673}">
      <dsp:nvSpPr>
        <dsp:cNvPr id="0" name=""/>
        <dsp:cNvSpPr/>
      </dsp:nvSpPr>
      <dsp:spPr>
        <a:xfrm>
          <a:off x="0" y="2228732"/>
          <a:ext cx="1865376" cy="21225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CMV</a:t>
          </a:r>
        </a:p>
      </dsp:txBody>
      <dsp:txXfrm>
        <a:off x="91060" y="2319792"/>
        <a:ext cx="1683256" cy="194043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CFA7F0-0376-404F-8827-6BEAC9B8BE54}">
      <dsp:nvSpPr>
        <dsp:cNvPr id="0" name=""/>
        <dsp:cNvSpPr/>
      </dsp:nvSpPr>
      <dsp:spPr>
        <a:xfrm>
          <a:off x="6648108" y="1405930"/>
          <a:ext cx="91440" cy="64386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4386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F2CC84-4519-3646-A899-4DE9223E5990}">
      <dsp:nvSpPr>
        <dsp:cNvPr id="0" name=""/>
        <dsp:cNvSpPr/>
      </dsp:nvSpPr>
      <dsp:spPr>
        <a:xfrm>
          <a:off x="2881094" y="138"/>
          <a:ext cx="2213845" cy="14057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38A90-2F6C-EA4C-9AC5-BB449A17EDD3}">
      <dsp:nvSpPr>
        <dsp:cNvPr id="0" name=""/>
        <dsp:cNvSpPr/>
      </dsp:nvSpPr>
      <dsp:spPr>
        <a:xfrm>
          <a:off x="3127077" y="233822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Adults: dysphagia &amp; food impaction</a:t>
          </a:r>
        </a:p>
      </dsp:txBody>
      <dsp:txXfrm>
        <a:off x="3168251" y="274996"/>
        <a:ext cx="2131497" cy="1323444"/>
      </dsp:txXfrm>
    </dsp:sp>
    <dsp:sp modelId="{9D3939AE-05F0-1A49-A054-AC2EDE13CBEA}">
      <dsp:nvSpPr>
        <dsp:cNvPr id="0" name=""/>
        <dsp:cNvSpPr/>
      </dsp:nvSpPr>
      <dsp:spPr>
        <a:xfrm>
          <a:off x="5586905" y="138"/>
          <a:ext cx="2213845" cy="14057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FDBDE2-29A2-5C46-BF0E-1F4FA030B983}">
      <dsp:nvSpPr>
        <dsp:cNvPr id="0" name=""/>
        <dsp:cNvSpPr/>
      </dsp:nvSpPr>
      <dsp:spPr>
        <a:xfrm>
          <a:off x="5832888" y="233822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Children: feeding difficulty, vomiting, abd pain, poor growth</a:t>
          </a:r>
        </a:p>
      </dsp:txBody>
      <dsp:txXfrm>
        <a:off x="5874062" y="274996"/>
        <a:ext cx="2131497" cy="1323444"/>
      </dsp:txXfrm>
    </dsp:sp>
    <dsp:sp modelId="{0BEF2ACA-92B0-214F-8A0A-2BFFF658A868}">
      <dsp:nvSpPr>
        <dsp:cNvPr id="0" name=""/>
        <dsp:cNvSpPr/>
      </dsp:nvSpPr>
      <dsp:spPr>
        <a:xfrm>
          <a:off x="5586905" y="2049790"/>
          <a:ext cx="2213845" cy="14057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7EA6DE-2830-934A-B9AC-6B61B55398E4}">
      <dsp:nvSpPr>
        <dsp:cNvPr id="0" name=""/>
        <dsp:cNvSpPr/>
      </dsp:nvSpPr>
      <dsp:spPr>
        <a:xfrm>
          <a:off x="5832888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Atopic disease is common!</a:t>
          </a:r>
        </a:p>
      </dsp:txBody>
      <dsp:txXfrm>
        <a:off x="5874062" y="2324648"/>
        <a:ext cx="2131497" cy="132344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E79EB7-C566-7D43-B1B0-6CCEC4C358F7}">
      <dsp:nvSpPr>
        <dsp:cNvPr id="0" name=""/>
        <dsp:cNvSpPr/>
      </dsp:nvSpPr>
      <dsp:spPr>
        <a:xfrm>
          <a:off x="0" y="489919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PPI</a:t>
          </a:r>
        </a:p>
      </dsp:txBody>
      <dsp:txXfrm>
        <a:off x="31185" y="521104"/>
        <a:ext cx="6604463" cy="576450"/>
      </dsp:txXfrm>
    </dsp:sp>
    <dsp:sp modelId="{17FCAC35-AB3D-6E47-AB40-0E3A35CBA6E1}">
      <dsp:nvSpPr>
        <dsp:cNvPr id="0" name=""/>
        <dsp:cNvSpPr/>
      </dsp:nvSpPr>
      <dsp:spPr>
        <a:xfrm>
          <a:off x="0" y="1203619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Swallowed Steroids: </a:t>
          </a:r>
        </a:p>
      </dsp:txBody>
      <dsp:txXfrm>
        <a:off x="31185" y="1234804"/>
        <a:ext cx="6604463" cy="576450"/>
      </dsp:txXfrm>
    </dsp:sp>
    <dsp:sp modelId="{A141C1AD-D30E-CD4E-8C78-59DE3A62A888}">
      <dsp:nvSpPr>
        <dsp:cNvPr id="0" name=""/>
        <dsp:cNvSpPr/>
      </dsp:nvSpPr>
      <dsp:spPr>
        <a:xfrm>
          <a:off x="0" y="1842440"/>
          <a:ext cx="6666833" cy="699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Budesonide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Fluticasone</a:t>
          </a:r>
        </a:p>
      </dsp:txBody>
      <dsp:txXfrm>
        <a:off x="0" y="1842440"/>
        <a:ext cx="6666833" cy="699660"/>
      </dsp:txXfrm>
    </dsp:sp>
    <dsp:sp modelId="{B719418D-1785-C343-9AB5-42AA80F866E5}">
      <dsp:nvSpPr>
        <dsp:cNvPr id="0" name=""/>
        <dsp:cNvSpPr/>
      </dsp:nvSpPr>
      <dsp:spPr>
        <a:xfrm>
          <a:off x="0" y="2542099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Food-elimination diet:</a:t>
          </a:r>
        </a:p>
      </dsp:txBody>
      <dsp:txXfrm>
        <a:off x="31185" y="2573284"/>
        <a:ext cx="6604463" cy="576450"/>
      </dsp:txXfrm>
    </dsp:sp>
    <dsp:sp modelId="{AD13BFA0-D904-FF4F-BB5B-CD13BC263A76}">
      <dsp:nvSpPr>
        <dsp:cNvPr id="0" name=""/>
        <dsp:cNvSpPr/>
      </dsp:nvSpPr>
      <dsp:spPr>
        <a:xfrm>
          <a:off x="0" y="3180920"/>
          <a:ext cx="6666833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Start w/ 1-2 restrictions to identify</a:t>
          </a:r>
        </a:p>
      </dsp:txBody>
      <dsp:txXfrm>
        <a:off x="0" y="3180920"/>
        <a:ext cx="6666833" cy="430560"/>
      </dsp:txXfrm>
    </dsp:sp>
    <dsp:sp modelId="{53E0F2B0-7499-B241-AF9D-24F5583F9245}">
      <dsp:nvSpPr>
        <dsp:cNvPr id="0" name=""/>
        <dsp:cNvSpPr/>
      </dsp:nvSpPr>
      <dsp:spPr>
        <a:xfrm>
          <a:off x="0" y="3611480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Treatment resistant disease: Dupilumab</a:t>
          </a:r>
        </a:p>
      </dsp:txBody>
      <dsp:txXfrm>
        <a:off x="31185" y="3642665"/>
        <a:ext cx="6604463" cy="576450"/>
      </dsp:txXfrm>
    </dsp:sp>
    <dsp:sp modelId="{6B5AEE0B-B77B-5D48-B790-D4688CEF5CD2}">
      <dsp:nvSpPr>
        <dsp:cNvPr id="0" name=""/>
        <dsp:cNvSpPr/>
      </dsp:nvSpPr>
      <dsp:spPr>
        <a:xfrm>
          <a:off x="0" y="4325180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If +strictures/narrowing: endoscopic dilation </a:t>
          </a:r>
        </a:p>
      </dsp:txBody>
      <dsp:txXfrm>
        <a:off x="31185" y="4356365"/>
        <a:ext cx="6604463" cy="57645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531369-E7A5-3640-AB1C-1A624A4730F7}">
      <dsp:nvSpPr>
        <dsp:cNvPr id="0" name=""/>
        <dsp:cNvSpPr/>
      </dsp:nvSpPr>
      <dsp:spPr>
        <a:xfrm>
          <a:off x="0" y="400797"/>
          <a:ext cx="6666833" cy="1630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79044" rIns="517420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Persistent epithelial injury </a:t>
          </a:r>
          <a:r>
            <a:rPr lang="en-US" sz="2300" kern="1200">
              <a:sym typeface="Wingdings" panose="05000000000000000000" pitchFamily="2" charset="2"/>
            </a:rPr>
            <a:t></a:t>
          </a:r>
          <a:r>
            <a:rPr lang="en-US" sz="2300" kern="1200"/>
            <a:t> inflammation </a:t>
          </a:r>
          <a:r>
            <a:rPr lang="en-US" sz="2300" kern="1200">
              <a:sym typeface="Wingdings" panose="05000000000000000000" pitchFamily="2" charset="2"/>
            </a:rPr>
            <a:t></a:t>
          </a:r>
          <a:r>
            <a:rPr lang="en-US" sz="2300" kern="1200"/>
            <a:t> fibroblasts </a:t>
          </a:r>
          <a:r>
            <a:rPr lang="en-US" sz="2300" kern="1200">
              <a:sym typeface="Wingdings" panose="05000000000000000000" pitchFamily="2" charset="2"/>
            </a:rPr>
            <a:t></a:t>
          </a:r>
          <a:r>
            <a:rPr lang="en-US" sz="2300" kern="1200"/>
            <a:t> collagen remodeling </a:t>
          </a:r>
          <a:r>
            <a:rPr lang="en-US" sz="2300" kern="1200">
              <a:sym typeface="Wingdings" panose="05000000000000000000" pitchFamily="2" charset="2"/>
            </a:rPr>
            <a:t></a:t>
          </a:r>
          <a:r>
            <a:rPr lang="en-US" sz="2300" kern="1200"/>
            <a:t> lumen progressively narrows</a:t>
          </a:r>
        </a:p>
      </dsp:txBody>
      <dsp:txXfrm>
        <a:off x="0" y="400797"/>
        <a:ext cx="6666833" cy="1630125"/>
      </dsp:txXfrm>
    </dsp:sp>
    <dsp:sp modelId="{C8F5A47A-4E94-BB4E-AE7E-748C1EB71ADD}">
      <dsp:nvSpPr>
        <dsp:cNvPr id="0" name=""/>
        <dsp:cNvSpPr/>
      </dsp:nvSpPr>
      <dsp:spPr>
        <a:xfrm>
          <a:off x="333341" y="61317"/>
          <a:ext cx="4666783" cy="678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Pathophysiology: </a:t>
          </a:r>
        </a:p>
      </dsp:txBody>
      <dsp:txXfrm>
        <a:off x="366485" y="94461"/>
        <a:ext cx="4600495" cy="612672"/>
      </dsp:txXfrm>
    </dsp:sp>
    <dsp:sp modelId="{36D9648D-CBFD-9E4A-B000-C6020CF76DA5}">
      <dsp:nvSpPr>
        <dsp:cNvPr id="0" name=""/>
        <dsp:cNvSpPr/>
      </dsp:nvSpPr>
      <dsp:spPr>
        <a:xfrm>
          <a:off x="0" y="2494602"/>
          <a:ext cx="6666833" cy="289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79044" rIns="517420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Chronic acid reflux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EoE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Radiation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Caustic ingestions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Medication injury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Malignancy</a:t>
          </a:r>
        </a:p>
      </dsp:txBody>
      <dsp:txXfrm>
        <a:off x="0" y="2494602"/>
        <a:ext cx="6666833" cy="2898000"/>
      </dsp:txXfrm>
    </dsp:sp>
    <dsp:sp modelId="{54F1F56D-FFCD-1A46-BE09-E17B33077E06}">
      <dsp:nvSpPr>
        <dsp:cNvPr id="0" name=""/>
        <dsp:cNvSpPr/>
      </dsp:nvSpPr>
      <dsp:spPr>
        <a:xfrm>
          <a:off x="333341" y="2155122"/>
          <a:ext cx="4666783" cy="678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Etiologies:</a:t>
          </a:r>
        </a:p>
      </dsp:txBody>
      <dsp:txXfrm>
        <a:off x="366485" y="2188266"/>
        <a:ext cx="4600495" cy="61267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8ABFDD-37B7-46C0-93E1-2A376A1D19C8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B56EC7-856B-4F3C-950D-189AC337B2F8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Progressive solid-food dysphagia</a:t>
          </a:r>
        </a:p>
      </dsp:txBody>
      <dsp:txXfrm>
        <a:off x="100682" y="2427484"/>
        <a:ext cx="2370489" cy="720000"/>
      </dsp:txXfrm>
    </dsp:sp>
    <dsp:sp modelId="{7EABDFAE-DFCD-48A4-8BAE-BFDAD8017133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78B9DE-B641-4A77-BF69-39740C8E2406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Food impaction</a:t>
          </a:r>
        </a:p>
      </dsp:txBody>
      <dsp:txXfrm>
        <a:off x="2886007" y="2427484"/>
        <a:ext cx="2370489" cy="720000"/>
      </dsp:txXfrm>
    </dsp:sp>
    <dsp:sp modelId="{CD71C2C7-58F0-4EB6-9F53-25D42CC789E3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AFC5EE-7030-443F-BA87-BACBF21DF279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Weight loss (if advanced)</a:t>
          </a:r>
        </a:p>
      </dsp:txBody>
      <dsp:txXfrm>
        <a:off x="5671332" y="2427484"/>
        <a:ext cx="2370489" cy="720000"/>
      </dsp:txXfrm>
    </dsp:sp>
    <dsp:sp modelId="{72DDB585-DEDB-41B3-9BD7-7E979EEA7D42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04000B-49B7-4EC2-A774-D23B556F4F99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When very severe </a:t>
          </a:r>
          <a:r>
            <a:rPr lang="en-US" sz="2200" kern="1200">
              <a:sym typeface="Wingdings" panose="05000000000000000000" pitchFamily="2" charset="2"/>
            </a:rPr>
            <a:t></a:t>
          </a:r>
          <a:r>
            <a:rPr lang="en-US" sz="2200" kern="1200"/>
            <a:t> liquid dysphagia</a:t>
          </a:r>
        </a:p>
      </dsp:txBody>
      <dsp:txXfrm>
        <a:off x="8456657" y="2427484"/>
        <a:ext cx="2370489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11F923-C412-BA4C-9456-84450067B516}">
      <dsp:nvSpPr>
        <dsp:cNvPr id="0" name=""/>
        <dsp:cNvSpPr/>
      </dsp:nvSpPr>
      <dsp:spPr>
        <a:xfrm>
          <a:off x="2783331" y="1801"/>
          <a:ext cx="2233819" cy="11169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EGD w/ biopsy</a:t>
          </a:r>
        </a:p>
      </dsp:txBody>
      <dsp:txXfrm>
        <a:off x="2816044" y="34514"/>
        <a:ext cx="2168393" cy="1051483"/>
      </dsp:txXfrm>
    </dsp:sp>
    <dsp:sp modelId="{D29B4B80-6EF5-F742-8A2A-160C52A67A1A}">
      <dsp:nvSpPr>
        <dsp:cNvPr id="0" name=""/>
        <dsp:cNvSpPr/>
      </dsp:nvSpPr>
      <dsp:spPr>
        <a:xfrm>
          <a:off x="2783331" y="1286247"/>
          <a:ext cx="2233819" cy="11169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Barium esophagram if:</a:t>
          </a:r>
        </a:p>
      </dsp:txBody>
      <dsp:txXfrm>
        <a:off x="2816044" y="1318960"/>
        <a:ext cx="2168393" cy="1051483"/>
      </dsp:txXfrm>
    </dsp:sp>
    <dsp:sp modelId="{7BADD525-B60F-BB45-85E6-53A33CD8BC85}">
      <dsp:nvSpPr>
        <dsp:cNvPr id="0" name=""/>
        <dsp:cNvSpPr/>
      </dsp:nvSpPr>
      <dsp:spPr>
        <a:xfrm rot="19457599">
          <a:off x="4913723" y="1496344"/>
          <a:ext cx="1100382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100382" y="27246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36404" y="1496081"/>
        <a:ext cx="55019" cy="55019"/>
      </dsp:txXfrm>
    </dsp:sp>
    <dsp:sp modelId="{10411C66-68E6-B349-B68B-C7F5A43B8CFE}">
      <dsp:nvSpPr>
        <dsp:cNvPr id="0" name=""/>
        <dsp:cNvSpPr/>
      </dsp:nvSpPr>
      <dsp:spPr>
        <a:xfrm>
          <a:off x="5910678" y="644024"/>
          <a:ext cx="2233819" cy="111690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Proximal narrowing suspected</a:t>
          </a:r>
        </a:p>
      </dsp:txBody>
      <dsp:txXfrm>
        <a:off x="5943391" y="676737"/>
        <a:ext cx="2168393" cy="1051483"/>
      </dsp:txXfrm>
    </dsp:sp>
    <dsp:sp modelId="{4D6F5B2C-0162-FD4F-9798-53A7874A399D}">
      <dsp:nvSpPr>
        <dsp:cNvPr id="0" name=""/>
        <dsp:cNvSpPr/>
      </dsp:nvSpPr>
      <dsp:spPr>
        <a:xfrm rot="2142401">
          <a:off x="4913723" y="2138567"/>
          <a:ext cx="1100382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100382" y="27246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36404" y="2138304"/>
        <a:ext cx="55019" cy="55019"/>
      </dsp:txXfrm>
    </dsp:sp>
    <dsp:sp modelId="{335CE8DB-D563-6E4B-86A3-1EA0B19B6763}">
      <dsp:nvSpPr>
        <dsp:cNvPr id="0" name=""/>
        <dsp:cNvSpPr/>
      </dsp:nvSpPr>
      <dsp:spPr>
        <a:xfrm>
          <a:off x="5910678" y="1928470"/>
          <a:ext cx="2233819" cy="111690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Anatomy is uncertain</a:t>
          </a:r>
        </a:p>
      </dsp:txBody>
      <dsp:txXfrm>
        <a:off x="5943391" y="1961183"/>
        <a:ext cx="2168393" cy="1051483"/>
      </dsp:txXfrm>
    </dsp:sp>
    <dsp:sp modelId="{CBDBB830-C910-8E46-9C61-42267C37041D}">
      <dsp:nvSpPr>
        <dsp:cNvPr id="0" name=""/>
        <dsp:cNvSpPr/>
      </dsp:nvSpPr>
      <dsp:spPr>
        <a:xfrm>
          <a:off x="2783331" y="2570693"/>
          <a:ext cx="2233819" cy="11169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CT chest/abdomen when extrinsic malignancy suspected </a:t>
          </a:r>
        </a:p>
      </dsp:txBody>
      <dsp:txXfrm>
        <a:off x="2816044" y="2603406"/>
        <a:ext cx="2168393" cy="105148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28F7FF-EECC-4443-8CEC-714D4F4EFA0C}">
      <dsp:nvSpPr>
        <dsp:cNvPr id="0" name=""/>
        <dsp:cNvSpPr/>
      </dsp:nvSpPr>
      <dsp:spPr>
        <a:xfrm rot="5400000">
          <a:off x="6589693" y="-2661723"/>
          <a:ext cx="1121829" cy="67299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PPI for peptic strictures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Steroids for EoE</a:t>
          </a:r>
        </a:p>
      </dsp:txBody>
      <dsp:txXfrm rot="-5400000">
        <a:off x="3785616" y="197117"/>
        <a:ext cx="6675221" cy="1012303"/>
      </dsp:txXfrm>
    </dsp:sp>
    <dsp:sp modelId="{E5220500-224A-2347-87B8-E0D43C795DAC}">
      <dsp:nvSpPr>
        <dsp:cNvPr id="0" name=""/>
        <dsp:cNvSpPr/>
      </dsp:nvSpPr>
      <dsp:spPr>
        <a:xfrm>
          <a:off x="0" y="2124"/>
          <a:ext cx="3785616" cy="140228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Tx the underlying cause!</a:t>
          </a:r>
        </a:p>
      </dsp:txBody>
      <dsp:txXfrm>
        <a:off x="68454" y="70578"/>
        <a:ext cx="3648708" cy="1265378"/>
      </dsp:txXfrm>
    </dsp:sp>
    <dsp:sp modelId="{56D55220-E125-C74D-A1A2-C2BA2B9AC0A6}">
      <dsp:nvSpPr>
        <dsp:cNvPr id="0" name=""/>
        <dsp:cNvSpPr/>
      </dsp:nvSpPr>
      <dsp:spPr>
        <a:xfrm>
          <a:off x="0" y="1474525"/>
          <a:ext cx="3785616" cy="140228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Endoscopic balloon or dilation</a:t>
          </a:r>
        </a:p>
      </dsp:txBody>
      <dsp:txXfrm>
        <a:off x="68454" y="1542979"/>
        <a:ext cx="3648708" cy="1265378"/>
      </dsp:txXfrm>
    </dsp:sp>
    <dsp:sp modelId="{86B2B24E-18EA-BF41-A9D6-089D83B352F8}">
      <dsp:nvSpPr>
        <dsp:cNvPr id="0" name=""/>
        <dsp:cNvSpPr/>
      </dsp:nvSpPr>
      <dsp:spPr>
        <a:xfrm>
          <a:off x="0" y="2946926"/>
          <a:ext cx="3785616" cy="140228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Always counsel about perforation risk!</a:t>
          </a:r>
        </a:p>
      </dsp:txBody>
      <dsp:txXfrm>
        <a:off x="68454" y="3015380"/>
        <a:ext cx="3648708" cy="126537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479C30-1F98-FF44-AEC1-E783AF71D5EA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Thin, circumferential mucosal ring 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Sometimes assoc w/ reflux and EoE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Sx: intermittent solid dysphagia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“steakhouse syndrome”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Tx: dilation</a:t>
          </a:r>
        </a:p>
      </dsp:txBody>
      <dsp:txXfrm rot="-5400000">
        <a:off x="3785616" y="295201"/>
        <a:ext cx="6647092" cy="1532257"/>
      </dsp:txXfrm>
    </dsp:sp>
    <dsp:sp modelId="{A6018DC1-73A8-BB4B-90C8-5160C6A848CE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Schatzki Ring</a:t>
          </a:r>
        </a:p>
      </dsp:txBody>
      <dsp:txXfrm>
        <a:off x="103614" y="103667"/>
        <a:ext cx="3578388" cy="1915324"/>
      </dsp:txXfrm>
    </dsp:sp>
    <dsp:sp modelId="{3B0AD74E-3531-B64A-8366-09DB1B9A3C65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Thin, cervical mucosal membranes 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May be assoc w/ iron deficiency anemia </a:t>
          </a:r>
          <a:r>
            <a:rPr lang="en-US" sz="1800" kern="1200">
              <a:sym typeface="Wingdings" panose="05000000000000000000" pitchFamily="2" charset="2"/>
            </a:rPr>
            <a:t></a:t>
          </a:r>
          <a:r>
            <a:rPr lang="en-US" sz="1800" kern="1200"/>
            <a:t> think Plummer Vinson Syndrome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Tx: dilation + iron deficiency tx </a:t>
          </a:r>
        </a:p>
      </dsp:txBody>
      <dsp:txXfrm rot="-5400000">
        <a:off x="3785616" y="2523880"/>
        <a:ext cx="6647092" cy="1532257"/>
      </dsp:txXfrm>
    </dsp:sp>
    <dsp:sp modelId="{D8CC2C9E-999D-CC43-9126-D208875D73E6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Esophageal Webs</a:t>
          </a:r>
        </a:p>
      </dsp:txBody>
      <dsp:txXfrm>
        <a:off x="103614" y="2332346"/>
        <a:ext cx="3578388" cy="191532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1F3659-6E03-DD41-A36C-5D33A116ACFD}">
      <dsp:nvSpPr>
        <dsp:cNvPr id="0" name=""/>
        <dsp:cNvSpPr/>
      </dsp:nvSpPr>
      <dsp:spPr>
        <a:xfrm>
          <a:off x="0" y="356900"/>
          <a:ext cx="6666833" cy="23095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Excitatory + inhibitory neural signaling </a:t>
          </a:r>
          <a:r>
            <a:rPr lang="en-US" sz="4200" kern="1200">
              <a:sym typeface="Wingdings" panose="05000000000000000000" pitchFamily="2" charset="2"/>
            </a:rPr>
            <a:t></a:t>
          </a:r>
          <a:r>
            <a:rPr lang="en-US" sz="4200" kern="1200"/>
            <a:t> smooth muscle contraction</a:t>
          </a:r>
        </a:p>
      </dsp:txBody>
      <dsp:txXfrm>
        <a:off x="112744" y="469644"/>
        <a:ext cx="6441345" cy="2084091"/>
      </dsp:txXfrm>
    </dsp:sp>
    <dsp:sp modelId="{AB0BFCD4-0EBD-E948-AF62-42D604DF2725}">
      <dsp:nvSpPr>
        <dsp:cNvPr id="0" name=""/>
        <dsp:cNvSpPr/>
      </dsp:nvSpPr>
      <dsp:spPr>
        <a:xfrm>
          <a:off x="0" y="2787440"/>
          <a:ext cx="6666833" cy="230957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LES relaxation</a:t>
          </a:r>
        </a:p>
      </dsp:txBody>
      <dsp:txXfrm>
        <a:off x="112744" y="2900184"/>
        <a:ext cx="6441345" cy="2084091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897563-2364-1B41-8DA8-4C8F138AC7E6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139184E-4A01-844A-8220-31C52FA8DA65}">
      <dsp:nvSpPr>
        <dsp:cNvPr id="0" name=""/>
        <dsp:cNvSpPr/>
      </dsp:nvSpPr>
      <dsp:spPr>
        <a:xfrm>
          <a:off x="0" y="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Achalasia</a:t>
          </a:r>
        </a:p>
      </dsp:txBody>
      <dsp:txXfrm>
        <a:off x="0" y="0"/>
        <a:ext cx="6666833" cy="1363480"/>
      </dsp:txXfrm>
    </dsp:sp>
    <dsp:sp modelId="{F2407BD0-DAF2-204B-9177-EEAAD67B23FA}">
      <dsp:nvSpPr>
        <dsp:cNvPr id="0" name=""/>
        <dsp:cNvSpPr/>
      </dsp:nvSpPr>
      <dsp:spPr>
        <a:xfrm>
          <a:off x="0" y="1363480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D5FF42-A938-F249-99A6-748427B7C213}">
      <dsp:nvSpPr>
        <dsp:cNvPr id="0" name=""/>
        <dsp:cNvSpPr/>
      </dsp:nvSpPr>
      <dsp:spPr>
        <a:xfrm>
          <a:off x="0" y="136348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Diffuse Esophageal Spasm</a:t>
          </a:r>
        </a:p>
      </dsp:txBody>
      <dsp:txXfrm>
        <a:off x="0" y="1363480"/>
        <a:ext cx="6666833" cy="1363480"/>
      </dsp:txXfrm>
    </dsp:sp>
    <dsp:sp modelId="{EFDB063A-B713-D044-93D0-8CBB5FBF304F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D46D2AF-A2D2-C745-B807-D0BEEE4E7703}">
      <dsp:nvSpPr>
        <dsp:cNvPr id="0" name=""/>
        <dsp:cNvSpPr/>
      </dsp:nvSpPr>
      <dsp:spPr>
        <a:xfrm>
          <a:off x="0" y="272696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Hypercontractile Esophagus</a:t>
          </a:r>
        </a:p>
      </dsp:txBody>
      <dsp:txXfrm>
        <a:off x="0" y="2726960"/>
        <a:ext cx="6666833" cy="1363480"/>
      </dsp:txXfrm>
    </dsp:sp>
    <dsp:sp modelId="{9F6252F1-E5AD-2F4C-BD96-119FAE393E75}">
      <dsp:nvSpPr>
        <dsp:cNvPr id="0" name=""/>
        <dsp:cNvSpPr/>
      </dsp:nvSpPr>
      <dsp:spPr>
        <a:xfrm>
          <a:off x="0" y="4090440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797673B-D770-0946-B36C-19809241A634}">
      <dsp:nvSpPr>
        <dsp:cNvPr id="0" name=""/>
        <dsp:cNvSpPr/>
      </dsp:nvSpPr>
      <dsp:spPr>
        <a:xfrm>
          <a:off x="0" y="409044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Ineffective esophageal motility</a:t>
          </a:r>
        </a:p>
      </dsp:txBody>
      <dsp:txXfrm>
        <a:off x="0" y="4090440"/>
        <a:ext cx="6666833" cy="136348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756531-DDE9-3449-8233-9E7BB2114911}">
      <dsp:nvSpPr>
        <dsp:cNvPr id="0" name=""/>
        <dsp:cNvSpPr/>
      </dsp:nvSpPr>
      <dsp:spPr>
        <a:xfrm>
          <a:off x="0" y="1284260"/>
          <a:ext cx="6666833" cy="2028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83184" rIns="517420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Assesses LES relaxation, premature/spastic contractions</a:t>
          </a:r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Quantifies contraction vigor </a:t>
          </a:r>
        </a:p>
      </dsp:txBody>
      <dsp:txXfrm>
        <a:off x="0" y="1284260"/>
        <a:ext cx="6666833" cy="2028600"/>
      </dsp:txXfrm>
    </dsp:sp>
    <dsp:sp modelId="{D81887DA-87EC-1946-9BE6-417A249B72C6}">
      <dsp:nvSpPr>
        <dsp:cNvPr id="0" name=""/>
        <dsp:cNvSpPr/>
      </dsp:nvSpPr>
      <dsp:spPr>
        <a:xfrm>
          <a:off x="333341" y="870980"/>
          <a:ext cx="4666783" cy="82655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High resolution manometry</a:t>
          </a:r>
        </a:p>
      </dsp:txBody>
      <dsp:txXfrm>
        <a:off x="373690" y="911329"/>
        <a:ext cx="4586085" cy="745861"/>
      </dsp:txXfrm>
    </dsp:sp>
    <dsp:sp modelId="{4892ABDC-ED80-924F-88CC-477CA9E4889A}">
      <dsp:nvSpPr>
        <dsp:cNvPr id="0" name=""/>
        <dsp:cNvSpPr/>
      </dsp:nvSpPr>
      <dsp:spPr>
        <a:xfrm>
          <a:off x="0" y="3877340"/>
          <a:ext cx="6666833" cy="7055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1BF40F-8670-2248-A4D3-EF1E9A55BBDB}">
      <dsp:nvSpPr>
        <dsp:cNvPr id="0" name=""/>
        <dsp:cNvSpPr/>
      </dsp:nvSpPr>
      <dsp:spPr>
        <a:xfrm>
          <a:off x="333341" y="3464060"/>
          <a:ext cx="4666783" cy="82655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Barium Swallow</a:t>
          </a:r>
        </a:p>
      </dsp:txBody>
      <dsp:txXfrm>
        <a:off x="373690" y="3504409"/>
        <a:ext cx="4586085" cy="745861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7DE980-4AB2-E440-8359-C69328EF08F7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Dysphagia to solids &amp; liquids</a:t>
          </a:r>
        </a:p>
      </dsp:txBody>
      <dsp:txXfrm>
        <a:off x="0" y="39687"/>
        <a:ext cx="3286125" cy="1971675"/>
      </dsp:txXfrm>
    </dsp:sp>
    <dsp:sp modelId="{405477A8-F421-6641-BFEF-4C32BB1C2836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Regurgitation</a:t>
          </a:r>
        </a:p>
      </dsp:txBody>
      <dsp:txXfrm>
        <a:off x="3614737" y="39687"/>
        <a:ext cx="3286125" cy="1971675"/>
      </dsp:txXfrm>
    </dsp:sp>
    <dsp:sp modelId="{9873105F-2C82-FC41-89B8-0772905D6A48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Nocturnal cough</a:t>
          </a:r>
        </a:p>
      </dsp:txBody>
      <dsp:txXfrm>
        <a:off x="7229475" y="39687"/>
        <a:ext cx="3286125" cy="1971675"/>
      </dsp:txXfrm>
    </dsp:sp>
    <dsp:sp modelId="{0512C25D-0DB6-894E-8CA2-84D9BE702E47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Chest discomfort</a:t>
          </a:r>
        </a:p>
      </dsp:txBody>
      <dsp:txXfrm>
        <a:off x="1807368" y="2339975"/>
        <a:ext cx="3286125" cy="1971675"/>
      </dsp:txXfrm>
    </dsp:sp>
    <dsp:sp modelId="{6DE7BD3F-176D-C042-A253-9DDBB146CDF3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Weight loss</a:t>
          </a:r>
        </a:p>
      </dsp:txBody>
      <dsp:txXfrm>
        <a:off x="5422106" y="2339975"/>
        <a:ext cx="3286125" cy="1971675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C68A80-0DFF-1348-BBC5-2222CE85C7B2}">
      <dsp:nvSpPr>
        <dsp:cNvPr id="0" name=""/>
        <dsp:cNvSpPr/>
      </dsp:nvSpPr>
      <dsp:spPr>
        <a:xfrm>
          <a:off x="0" y="410138"/>
          <a:ext cx="10515600" cy="1105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541528" rIns="816127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Dilated esophagus + Bird Beak Narrowing</a:t>
          </a:r>
        </a:p>
      </dsp:txBody>
      <dsp:txXfrm>
        <a:off x="0" y="410138"/>
        <a:ext cx="10515600" cy="1105650"/>
      </dsp:txXfrm>
    </dsp:sp>
    <dsp:sp modelId="{8517F450-E63E-D740-8C4A-C04D8868220B}">
      <dsp:nvSpPr>
        <dsp:cNvPr id="0" name=""/>
        <dsp:cNvSpPr/>
      </dsp:nvSpPr>
      <dsp:spPr>
        <a:xfrm>
          <a:off x="525780" y="26378"/>
          <a:ext cx="7360920" cy="767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Barium Swallow:</a:t>
          </a:r>
        </a:p>
      </dsp:txBody>
      <dsp:txXfrm>
        <a:off x="563247" y="63845"/>
        <a:ext cx="7285986" cy="692586"/>
      </dsp:txXfrm>
    </dsp:sp>
    <dsp:sp modelId="{E69E4A97-B9FF-3B4A-9C19-C118CB186F2E}">
      <dsp:nvSpPr>
        <dsp:cNvPr id="0" name=""/>
        <dsp:cNvSpPr/>
      </dsp:nvSpPr>
      <dsp:spPr>
        <a:xfrm>
          <a:off x="0" y="2039948"/>
          <a:ext cx="10515600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515AE9-478E-BD4E-A619-5396F39CD0C3}">
      <dsp:nvSpPr>
        <dsp:cNvPr id="0" name=""/>
        <dsp:cNvSpPr/>
      </dsp:nvSpPr>
      <dsp:spPr>
        <a:xfrm>
          <a:off x="525780" y="1656188"/>
          <a:ext cx="7360920" cy="76752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High-resolution manometry (Gold standard)</a:t>
          </a:r>
        </a:p>
      </dsp:txBody>
      <dsp:txXfrm>
        <a:off x="563247" y="1693655"/>
        <a:ext cx="7285986" cy="692586"/>
      </dsp:txXfrm>
    </dsp:sp>
    <dsp:sp modelId="{05F9A91C-1EEE-554C-B746-29852E4FA1FC}">
      <dsp:nvSpPr>
        <dsp:cNvPr id="0" name=""/>
        <dsp:cNvSpPr/>
      </dsp:nvSpPr>
      <dsp:spPr>
        <a:xfrm>
          <a:off x="0" y="3219309"/>
          <a:ext cx="10515600" cy="1105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541528" rIns="816127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Used to exclude obstructing tumor </a:t>
          </a:r>
        </a:p>
      </dsp:txBody>
      <dsp:txXfrm>
        <a:off x="0" y="3219309"/>
        <a:ext cx="10515600" cy="1105650"/>
      </dsp:txXfrm>
    </dsp:sp>
    <dsp:sp modelId="{F67B5481-AB2D-004C-97E0-4FF376F7EB7F}">
      <dsp:nvSpPr>
        <dsp:cNvPr id="0" name=""/>
        <dsp:cNvSpPr/>
      </dsp:nvSpPr>
      <dsp:spPr>
        <a:xfrm>
          <a:off x="525780" y="2835549"/>
          <a:ext cx="7360920" cy="76752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EGD</a:t>
          </a:r>
        </a:p>
      </dsp:txBody>
      <dsp:txXfrm>
        <a:off x="563247" y="2873016"/>
        <a:ext cx="7285986" cy="692586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A912AB-E0D7-F740-BBAD-D8EEBCCBE336}">
      <dsp:nvSpPr>
        <dsp:cNvPr id="0" name=""/>
        <dsp:cNvSpPr/>
      </dsp:nvSpPr>
      <dsp:spPr>
        <a:xfrm>
          <a:off x="3461686" y="480020"/>
          <a:ext cx="1668523" cy="8342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Smooth muscle relaxants:</a:t>
          </a:r>
        </a:p>
      </dsp:txBody>
      <dsp:txXfrm>
        <a:off x="3486121" y="504455"/>
        <a:ext cx="1619653" cy="785391"/>
      </dsp:txXfrm>
    </dsp:sp>
    <dsp:sp modelId="{6792E774-7CD9-7342-A941-E48A262BE03F}">
      <dsp:nvSpPr>
        <dsp:cNvPr id="0" name=""/>
        <dsp:cNvSpPr/>
      </dsp:nvSpPr>
      <dsp:spPr>
        <a:xfrm rot="19457599">
          <a:off x="5052955" y="639393"/>
          <a:ext cx="821917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821917" y="1790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43366" y="636753"/>
        <a:ext cx="41095" cy="41095"/>
      </dsp:txXfrm>
    </dsp:sp>
    <dsp:sp modelId="{497D9003-DFEA-8A47-A734-D10B54DCCCD3}">
      <dsp:nvSpPr>
        <dsp:cNvPr id="0" name=""/>
        <dsp:cNvSpPr/>
      </dsp:nvSpPr>
      <dsp:spPr>
        <a:xfrm>
          <a:off x="5797619" y="319"/>
          <a:ext cx="1668523" cy="8342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Calcium channel blockers (CCBs)</a:t>
          </a:r>
        </a:p>
      </dsp:txBody>
      <dsp:txXfrm>
        <a:off x="5822054" y="24754"/>
        <a:ext cx="1619653" cy="785391"/>
      </dsp:txXfrm>
    </dsp:sp>
    <dsp:sp modelId="{A0C69ABB-6254-504E-B814-8E80C2B502E2}">
      <dsp:nvSpPr>
        <dsp:cNvPr id="0" name=""/>
        <dsp:cNvSpPr/>
      </dsp:nvSpPr>
      <dsp:spPr>
        <a:xfrm rot="2142401">
          <a:off x="5052955" y="1119093"/>
          <a:ext cx="821917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821917" y="1790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43366" y="1116453"/>
        <a:ext cx="41095" cy="41095"/>
      </dsp:txXfrm>
    </dsp:sp>
    <dsp:sp modelId="{DA3145BF-2D90-F347-A69E-73E7CF759884}">
      <dsp:nvSpPr>
        <dsp:cNvPr id="0" name=""/>
        <dsp:cNvSpPr/>
      </dsp:nvSpPr>
      <dsp:spPr>
        <a:xfrm>
          <a:off x="5797619" y="959720"/>
          <a:ext cx="1668523" cy="8342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Nitrates </a:t>
          </a:r>
        </a:p>
      </dsp:txBody>
      <dsp:txXfrm>
        <a:off x="5822054" y="984155"/>
        <a:ext cx="1619653" cy="785391"/>
      </dsp:txXfrm>
    </dsp:sp>
    <dsp:sp modelId="{4FA72647-E61E-564C-ADF7-CDA045EF64E5}">
      <dsp:nvSpPr>
        <dsp:cNvPr id="0" name=""/>
        <dsp:cNvSpPr/>
      </dsp:nvSpPr>
      <dsp:spPr>
        <a:xfrm>
          <a:off x="3461686" y="1439421"/>
          <a:ext cx="1668523" cy="8342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Exclude cardiac disease</a:t>
          </a:r>
        </a:p>
      </dsp:txBody>
      <dsp:txXfrm>
        <a:off x="3486121" y="1463856"/>
        <a:ext cx="1619653" cy="785391"/>
      </dsp:txXfrm>
    </dsp:sp>
    <dsp:sp modelId="{AB90AEBD-B9AF-754A-A7F2-8A08D430F0C8}">
      <dsp:nvSpPr>
        <dsp:cNvPr id="0" name=""/>
        <dsp:cNvSpPr/>
      </dsp:nvSpPr>
      <dsp:spPr>
        <a:xfrm>
          <a:off x="3461686" y="2398822"/>
          <a:ext cx="1668523" cy="8342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Tx concurrent reflux </a:t>
          </a:r>
        </a:p>
      </dsp:txBody>
      <dsp:txXfrm>
        <a:off x="3486121" y="2423257"/>
        <a:ext cx="1619653" cy="785391"/>
      </dsp:txXfrm>
    </dsp:sp>
    <dsp:sp modelId="{2738949D-3C1C-6640-B8FB-1D78A40D8579}">
      <dsp:nvSpPr>
        <dsp:cNvPr id="0" name=""/>
        <dsp:cNvSpPr/>
      </dsp:nvSpPr>
      <dsp:spPr>
        <a:xfrm>
          <a:off x="3461686" y="3358223"/>
          <a:ext cx="1668523" cy="8342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POEM only for refractory cases</a:t>
          </a:r>
        </a:p>
      </dsp:txBody>
      <dsp:txXfrm>
        <a:off x="3486121" y="3382658"/>
        <a:ext cx="1619653" cy="785391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CA8418-5288-0B4A-9D9A-761236DF6642}">
      <dsp:nvSpPr>
        <dsp:cNvPr id="0" name=""/>
        <dsp:cNvSpPr/>
      </dsp:nvSpPr>
      <dsp:spPr>
        <a:xfrm>
          <a:off x="52" y="64311"/>
          <a:ext cx="5056212" cy="10578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From a secondary obstruction</a:t>
          </a:r>
        </a:p>
      </dsp:txBody>
      <dsp:txXfrm>
        <a:off x="52" y="64311"/>
        <a:ext cx="5056212" cy="1057815"/>
      </dsp:txXfrm>
    </dsp:sp>
    <dsp:sp modelId="{A5B7B15E-AC22-8D41-B8AF-28205DF592C3}">
      <dsp:nvSpPr>
        <dsp:cNvPr id="0" name=""/>
        <dsp:cNvSpPr/>
      </dsp:nvSpPr>
      <dsp:spPr>
        <a:xfrm>
          <a:off x="52" y="1122127"/>
          <a:ext cx="5056212" cy="254736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Tumor causing extrinsic compression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Esophageal or gastric malignancy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Neurologic injury </a:t>
          </a:r>
        </a:p>
      </dsp:txBody>
      <dsp:txXfrm>
        <a:off x="52" y="1122127"/>
        <a:ext cx="5056212" cy="2547360"/>
      </dsp:txXfrm>
    </dsp:sp>
    <dsp:sp modelId="{661930C3-CD47-EE45-9844-D023AED48D99}">
      <dsp:nvSpPr>
        <dsp:cNvPr id="0" name=""/>
        <dsp:cNvSpPr/>
      </dsp:nvSpPr>
      <dsp:spPr>
        <a:xfrm>
          <a:off x="5764134" y="64311"/>
          <a:ext cx="5056212" cy="1057815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Sx:</a:t>
          </a:r>
        </a:p>
      </dsp:txBody>
      <dsp:txXfrm>
        <a:off x="5764134" y="64311"/>
        <a:ext cx="5056212" cy="1057815"/>
      </dsp:txXfrm>
    </dsp:sp>
    <dsp:sp modelId="{059B15A9-6D72-E74F-8F41-4AE42951702A}">
      <dsp:nvSpPr>
        <dsp:cNvPr id="0" name=""/>
        <dsp:cNvSpPr/>
      </dsp:nvSpPr>
      <dsp:spPr>
        <a:xfrm>
          <a:off x="5764134" y="1122127"/>
          <a:ext cx="5056212" cy="2547360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Rapid sx progression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Marked weight loss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Older age</a:t>
          </a:r>
        </a:p>
      </dsp:txBody>
      <dsp:txXfrm>
        <a:off x="5764134" y="1122127"/>
        <a:ext cx="5056212" cy="254736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308F22-1DF0-A746-8266-0E31A0D105F6}">
      <dsp:nvSpPr>
        <dsp:cNvPr id="0" name=""/>
        <dsp:cNvSpPr/>
      </dsp:nvSpPr>
      <dsp:spPr>
        <a:xfrm>
          <a:off x="3364992" y="1195"/>
          <a:ext cx="3785616" cy="69583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Peptic Ulcer Disease</a:t>
          </a:r>
        </a:p>
      </dsp:txBody>
      <dsp:txXfrm>
        <a:off x="3398960" y="35163"/>
        <a:ext cx="3717680" cy="627895"/>
      </dsp:txXfrm>
    </dsp:sp>
    <dsp:sp modelId="{96252294-0101-AD44-8949-67A2F45EC273}">
      <dsp:nvSpPr>
        <dsp:cNvPr id="0" name=""/>
        <dsp:cNvSpPr/>
      </dsp:nvSpPr>
      <dsp:spPr>
        <a:xfrm>
          <a:off x="3364992" y="731818"/>
          <a:ext cx="3785616" cy="69583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Esophagitis</a:t>
          </a:r>
        </a:p>
      </dsp:txBody>
      <dsp:txXfrm>
        <a:off x="3398960" y="765786"/>
        <a:ext cx="3717680" cy="627895"/>
      </dsp:txXfrm>
    </dsp:sp>
    <dsp:sp modelId="{C46E3FA2-AAB8-144B-A1FF-BAE5ABC60724}">
      <dsp:nvSpPr>
        <dsp:cNvPr id="0" name=""/>
        <dsp:cNvSpPr/>
      </dsp:nvSpPr>
      <dsp:spPr>
        <a:xfrm>
          <a:off x="3364992" y="1462441"/>
          <a:ext cx="3785616" cy="69583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Esophageal Ulcer</a:t>
          </a:r>
        </a:p>
      </dsp:txBody>
      <dsp:txXfrm>
        <a:off x="3398960" y="1496409"/>
        <a:ext cx="3717680" cy="627895"/>
      </dsp:txXfrm>
    </dsp:sp>
    <dsp:sp modelId="{02355B09-0869-E941-B9E9-76B2F20F7CDA}">
      <dsp:nvSpPr>
        <dsp:cNvPr id="0" name=""/>
        <dsp:cNvSpPr/>
      </dsp:nvSpPr>
      <dsp:spPr>
        <a:xfrm>
          <a:off x="3364992" y="2193064"/>
          <a:ext cx="3785616" cy="69583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Mallow-Weiss Tear</a:t>
          </a:r>
        </a:p>
      </dsp:txBody>
      <dsp:txXfrm>
        <a:off x="3398960" y="2227032"/>
        <a:ext cx="3717680" cy="627895"/>
      </dsp:txXfrm>
    </dsp:sp>
    <dsp:sp modelId="{B7E7F389-858F-484C-819F-D9B7758D5AC7}">
      <dsp:nvSpPr>
        <dsp:cNvPr id="0" name=""/>
        <dsp:cNvSpPr/>
      </dsp:nvSpPr>
      <dsp:spPr>
        <a:xfrm>
          <a:off x="3364992" y="2923688"/>
          <a:ext cx="3785616" cy="69583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Boerhaave’s Syndrome</a:t>
          </a:r>
        </a:p>
      </dsp:txBody>
      <dsp:txXfrm>
        <a:off x="3398960" y="2957656"/>
        <a:ext cx="3717680" cy="627895"/>
      </dsp:txXfrm>
    </dsp:sp>
    <dsp:sp modelId="{CCF98BCA-DBF0-D549-90F1-F4C592CFDC6E}">
      <dsp:nvSpPr>
        <dsp:cNvPr id="0" name=""/>
        <dsp:cNvSpPr/>
      </dsp:nvSpPr>
      <dsp:spPr>
        <a:xfrm>
          <a:off x="3364992" y="3654311"/>
          <a:ext cx="3785616" cy="69583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Malignancy </a:t>
          </a:r>
        </a:p>
      </dsp:txBody>
      <dsp:txXfrm>
        <a:off x="3398960" y="3688279"/>
        <a:ext cx="3717680" cy="627895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5CBFB4-362A-5A44-B3EF-7992639B33A8}">
      <dsp:nvSpPr>
        <dsp:cNvPr id="0" name=""/>
        <dsp:cNvSpPr/>
      </dsp:nvSpPr>
      <dsp:spPr>
        <a:xfrm>
          <a:off x="0" y="28939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Airway &gt; Breathing &gt; Circulation</a:t>
          </a:r>
        </a:p>
      </dsp:txBody>
      <dsp:txXfrm>
        <a:off x="31185" y="60124"/>
        <a:ext cx="6604463" cy="576450"/>
      </dsp:txXfrm>
    </dsp:sp>
    <dsp:sp modelId="{FCB31910-F557-814A-B907-5E93F9AE4CBF}">
      <dsp:nvSpPr>
        <dsp:cNvPr id="0" name=""/>
        <dsp:cNvSpPr/>
      </dsp:nvSpPr>
      <dsp:spPr>
        <a:xfrm>
          <a:off x="0" y="742639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Two large bore IV’s</a:t>
          </a:r>
        </a:p>
      </dsp:txBody>
      <dsp:txXfrm>
        <a:off x="31185" y="773824"/>
        <a:ext cx="6604463" cy="576450"/>
      </dsp:txXfrm>
    </dsp:sp>
    <dsp:sp modelId="{231E06A6-6327-E94C-B443-AF543A90D910}">
      <dsp:nvSpPr>
        <dsp:cNvPr id="0" name=""/>
        <dsp:cNvSpPr/>
      </dsp:nvSpPr>
      <dsp:spPr>
        <a:xfrm>
          <a:off x="0" y="1456339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Labs: </a:t>
          </a:r>
        </a:p>
      </dsp:txBody>
      <dsp:txXfrm>
        <a:off x="31185" y="1487524"/>
        <a:ext cx="6604463" cy="576450"/>
      </dsp:txXfrm>
    </dsp:sp>
    <dsp:sp modelId="{DF46BA42-602C-1A44-B203-1AE21579C3D9}">
      <dsp:nvSpPr>
        <dsp:cNvPr id="0" name=""/>
        <dsp:cNvSpPr/>
      </dsp:nvSpPr>
      <dsp:spPr>
        <a:xfrm>
          <a:off x="0" y="2095160"/>
          <a:ext cx="6666833" cy="1372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CBC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CMP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PT/PTT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Type and screen</a:t>
          </a:r>
        </a:p>
      </dsp:txBody>
      <dsp:txXfrm>
        <a:off x="0" y="2095160"/>
        <a:ext cx="6666833" cy="1372410"/>
      </dsp:txXfrm>
    </dsp:sp>
    <dsp:sp modelId="{B7270F0C-A84F-4946-8CFC-DAE5F7525E5F}">
      <dsp:nvSpPr>
        <dsp:cNvPr id="0" name=""/>
        <dsp:cNvSpPr/>
      </dsp:nvSpPr>
      <dsp:spPr>
        <a:xfrm>
          <a:off x="0" y="3467570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Treatment:</a:t>
          </a:r>
        </a:p>
      </dsp:txBody>
      <dsp:txXfrm>
        <a:off x="31185" y="3498755"/>
        <a:ext cx="6604463" cy="576450"/>
      </dsp:txXfrm>
    </dsp:sp>
    <dsp:sp modelId="{77CD9C60-CD65-6146-8DAF-03CB2244693B}">
      <dsp:nvSpPr>
        <dsp:cNvPr id="0" name=""/>
        <dsp:cNvSpPr/>
      </dsp:nvSpPr>
      <dsp:spPr>
        <a:xfrm>
          <a:off x="0" y="4106390"/>
          <a:ext cx="6666833" cy="1318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IV fluids (crystalloids) + packed RBC transfusion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Hemoglobin threshold of 7g/dL for most patients, if actively bleeding, then 8mg/dL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Call GI for an EGD! </a:t>
          </a:r>
        </a:p>
      </dsp:txBody>
      <dsp:txXfrm>
        <a:off x="0" y="4106390"/>
        <a:ext cx="6666833" cy="1318590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0C23A8-6EB0-0E4F-8B03-D8F3D8585A34}">
      <dsp:nvSpPr>
        <dsp:cNvPr id="0" name=""/>
        <dsp:cNvSpPr/>
      </dsp:nvSpPr>
      <dsp:spPr>
        <a:xfrm>
          <a:off x="0" y="3291729"/>
          <a:ext cx="6666833" cy="215973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S/S: repetitive vomiting</a:t>
          </a:r>
        </a:p>
      </dsp:txBody>
      <dsp:txXfrm>
        <a:off x="0" y="3291729"/>
        <a:ext cx="6666833" cy="1166254"/>
      </dsp:txXfrm>
    </dsp:sp>
    <dsp:sp modelId="{CE3B6E53-6D08-7346-9D70-BEF500A79253}">
      <dsp:nvSpPr>
        <dsp:cNvPr id="0" name=""/>
        <dsp:cNvSpPr/>
      </dsp:nvSpPr>
      <dsp:spPr>
        <a:xfrm>
          <a:off x="3255" y="4414789"/>
          <a:ext cx="2220107" cy="99347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Heavy alcohol exposure</a:t>
          </a:r>
        </a:p>
      </dsp:txBody>
      <dsp:txXfrm>
        <a:off x="3255" y="4414789"/>
        <a:ext cx="2220107" cy="993476"/>
      </dsp:txXfrm>
    </dsp:sp>
    <dsp:sp modelId="{740BEA6C-B1EA-2D4F-9109-950080F70483}">
      <dsp:nvSpPr>
        <dsp:cNvPr id="0" name=""/>
        <dsp:cNvSpPr/>
      </dsp:nvSpPr>
      <dsp:spPr>
        <a:xfrm>
          <a:off x="2223362" y="4414789"/>
          <a:ext cx="2220107" cy="993476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Pregnancy associated hyperemesis</a:t>
          </a:r>
        </a:p>
      </dsp:txBody>
      <dsp:txXfrm>
        <a:off x="2223362" y="4414789"/>
        <a:ext cx="2220107" cy="993476"/>
      </dsp:txXfrm>
    </dsp:sp>
    <dsp:sp modelId="{B0544D36-A9C2-3841-B3FF-A9714EA71E1B}">
      <dsp:nvSpPr>
        <dsp:cNvPr id="0" name=""/>
        <dsp:cNvSpPr/>
      </dsp:nvSpPr>
      <dsp:spPr>
        <a:xfrm>
          <a:off x="4443470" y="4414789"/>
          <a:ext cx="2220107" cy="993476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Eating disorders</a:t>
          </a:r>
        </a:p>
      </dsp:txBody>
      <dsp:txXfrm>
        <a:off x="4443470" y="4414789"/>
        <a:ext cx="2220107" cy="993476"/>
      </dsp:txXfrm>
    </dsp:sp>
    <dsp:sp modelId="{2BC437AB-40B8-1648-BA61-B26645772A82}">
      <dsp:nvSpPr>
        <dsp:cNvPr id="0" name=""/>
        <dsp:cNvSpPr/>
      </dsp:nvSpPr>
      <dsp:spPr>
        <a:xfrm rot="10800000">
          <a:off x="0" y="2459"/>
          <a:ext cx="6666833" cy="3321666"/>
        </a:xfrm>
        <a:prstGeom prst="upArrowCallou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Pathophysiology: Sudden rise in intragastric pressure during retching/vomiting </a:t>
          </a:r>
          <a:r>
            <a:rPr lang="en-US" sz="2800" kern="1200" dirty="0">
              <a:sym typeface="Wingdings" panose="05000000000000000000" pitchFamily="2" charset="2"/>
            </a:rPr>
            <a:t></a:t>
          </a:r>
          <a:r>
            <a:rPr lang="en-US" sz="2800" kern="1200" dirty="0"/>
            <a:t> longitudinal mucosal laceration near the GE junction</a:t>
          </a:r>
        </a:p>
      </dsp:txBody>
      <dsp:txXfrm rot="10800000">
        <a:off x="0" y="2459"/>
        <a:ext cx="6666833" cy="2158319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E9A318-1DA9-F24B-8807-AD0B7CCA9EF8}">
      <dsp:nvSpPr>
        <dsp:cNvPr id="0" name=""/>
        <dsp:cNvSpPr/>
      </dsp:nvSpPr>
      <dsp:spPr>
        <a:xfrm>
          <a:off x="1773918" y="1561"/>
          <a:ext cx="3074996" cy="15374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EGD</a:t>
          </a:r>
        </a:p>
      </dsp:txBody>
      <dsp:txXfrm>
        <a:off x="1818950" y="46593"/>
        <a:ext cx="2984932" cy="1447434"/>
      </dsp:txXfrm>
    </dsp:sp>
    <dsp:sp modelId="{B78D185D-0C0B-E945-98E7-DCD94376CDF4}">
      <dsp:nvSpPr>
        <dsp:cNvPr id="0" name=""/>
        <dsp:cNvSpPr/>
      </dsp:nvSpPr>
      <dsp:spPr>
        <a:xfrm>
          <a:off x="1773918" y="1769684"/>
          <a:ext cx="3074996" cy="15374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Tx:</a:t>
          </a:r>
        </a:p>
      </dsp:txBody>
      <dsp:txXfrm>
        <a:off x="1818950" y="1814716"/>
        <a:ext cx="2984932" cy="1447434"/>
      </dsp:txXfrm>
    </dsp:sp>
    <dsp:sp modelId="{9068BF1E-074E-D74C-8D2E-E2C44A31F844}">
      <dsp:nvSpPr>
        <dsp:cNvPr id="0" name=""/>
        <dsp:cNvSpPr/>
      </dsp:nvSpPr>
      <dsp:spPr>
        <a:xfrm rot="19457599">
          <a:off x="4706540" y="2063399"/>
          <a:ext cx="1514747" cy="66005"/>
        </a:xfrm>
        <a:custGeom>
          <a:avLst/>
          <a:gdLst/>
          <a:ahLst/>
          <a:cxnLst/>
          <a:rect l="0" t="0" r="0" b="0"/>
          <a:pathLst>
            <a:path>
              <a:moveTo>
                <a:pt x="0" y="33002"/>
              </a:moveTo>
              <a:lnTo>
                <a:pt x="1514747" y="3300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26045" y="2058533"/>
        <a:ext cx="75737" cy="75737"/>
      </dsp:txXfrm>
    </dsp:sp>
    <dsp:sp modelId="{A19ABF16-5C2B-4540-80B0-A86697040D15}">
      <dsp:nvSpPr>
        <dsp:cNvPr id="0" name=""/>
        <dsp:cNvSpPr/>
      </dsp:nvSpPr>
      <dsp:spPr>
        <a:xfrm>
          <a:off x="6078913" y="885622"/>
          <a:ext cx="3074996" cy="15374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Supportive care + PPI</a:t>
          </a:r>
        </a:p>
      </dsp:txBody>
      <dsp:txXfrm>
        <a:off x="6123945" y="930654"/>
        <a:ext cx="2984932" cy="1447434"/>
      </dsp:txXfrm>
    </dsp:sp>
    <dsp:sp modelId="{8F8DF7A3-B354-CE40-B0DB-FC2FD9255878}">
      <dsp:nvSpPr>
        <dsp:cNvPr id="0" name=""/>
        <dsp:cNvSpPr/>
      </dsp:nvSpPr>
      <dsp:spPr>
        <a:xfrm rot="2142401">
          <a:off x="4706540" y="2947461"/>
          <a:ext cx="1514747" cy="66005"/>
        </a:xfrm>
        <a:custGeom>
          <a:avLst/>
          <a:gdLst/>
          <a:ahLst/>
          <a:cxnLst/>
          <a:rect l="0" t="0" r="0" b="0"/>
          <a:pathLst>
            <a:path>
              <a:moveTo>
                <a:pt x="0" y="33002"/>
              </a:moveTo>
              <a:lnTo>
                <a:pt x="1514747" y="3300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26045" y="2942595"/>
        <a:ext cx="75737" cy="75737"/>
      </dsp:txXfrm>
    </dsp:sp>
    <dsp:sp modelId="{476E07BB-40AE-5F44-9976-87F74EC2D184}">
      <dsp:nvSpPr>
        <dsp:cNvPr id="0" name=""/>
        <dsp:cNvSpPr/>
      </dsp:nvSpPr>
      <dsp:spPr>
        <a:xfrm>
          <a:off x="6078913" y="2653745"/>
          <a:ext cx="3074996" cy="15374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EGD </a:t>
          </a:r>
          <a:r>
            <a:rPr lang="en-US" sz="2700" kern="1200">
              <a:sym typeface="Wingdings" panose="05000000000000000000" pitchFamily="2" charset="2"/>
            </a:rPr>
            <a:t></a:t>
          </a:r>
          <a:r>
            <a:rPr lang="en-US" sz="2700" kern="1200"/>
            <a:t> endoscopic clipping, thermal therapy</a:t>
          </a:r>
        </a:p>
      </dsp:txBody>
      <dsp:txXfrm>
        <a:off x="6123945" y="2698777"/>
        <a:ext cx="2984932" cy="1447434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B922F-CE6F-9E41-BF41-688277ABBCF2}">
      <dsp:nvSpPr>
        <dsp:cNvPr id="0" name=""/>
        <dsp:cNvSpPr/>
      </dsp:nvSpPr>
      <dsp:spPr>
        <a:xfrm>
          <a:off x="1312524" y="1800"/>
          <a:ext cx="3506911" cy="17534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Full thickness tear with esophageal perforation</a:t>
          </a:r>
        </a:p>
      </dsp:txBody>
      <dsp:txXfrm>
        <a:off x="1363881" y="53157"/>
        <a:ext cx="3404197" cy="1650741"/>
      </dsp:txXfrm>
    </dsp:sp>
    <dsp:sp modelId="{19B1CA1F-3AAE-2A40-87B8-2EAA4F7EC871}">
      <dsp:nvSpPr>
        <dsp:cNvPr id="0" name=""/>
        <dsp:cNvSpPr/>
      </dsp:nvSpPr>
      <dsp:spPr>
        <a:xfrm>
          <a:off x="1663215" y="1755256"/>
          <a:ext cx="350691" cy="13150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5091"/>
              </a:lnTo>
              <a:lnTo>
                <a:pt x="350691" y="1315091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A7018C-16DB-5C42-9E2F-DF18FB0769FC}">
      <dsp:nvSpPr>
        <dsp:cNvPr id="0" name=""/>
        <dsp:cNvSpPr/>
      </dsp:nvSpPr>
      <dsp:spPr>
        <a:xfrm>
          <a:off x="2013906" y="2193619"/>
          <a:ext cx="2805529" cy="1753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Chest pain, mediastinitis, systemic symptoms </a:t>
          </a:r>
        </a:p>
      </dsp:txBody>
      <dsp:txXfrm>
        <a:off x="2065263" y="2244976"/>
        <a:ext cx="2702815" cy="1650741"/>
      </dsp:txXfrm>
    </dsp:sp>
    <dsp:sp modelId="{761C53E9-1255-1642-9ABB-7C161B5B9BEE}">
      <dsp:nvSpPr>
        <dsp:cNvPr id="0" name=""/>
        <dsp:cNvSpPr/>
      </dsp:nvSpPr>
      <dsp:spPr>
        <a:xfrm>
          <a:off x="5696163" y="1800"/>
          <a:ext cx="3506911" cy="1753455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GI Emergency! </a:t>
          </a:r>
        </a:p>
      </dsp:txBody>
      <dsp:txXfrm>
        <a:off x="5747520" y="53157"/>
        <a:ext cx="3404197" cy="1650741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BB6D92-3D19-464F-B989-156475F54351}">
      <dsp:nvSpPr>
        <dsp:cNvPr id="0" name=""/>
        <dsp:cNvSpPr/>
      </dsp:nvSpPr>
      <dsp:spPr>
        <a:xfrm>
          <a:off x="0" y="37422"/>
          <a:ext cx="6666833" cy="7370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Resuscitate!!!</a:t>
          </a:r>
        </a:p>
      </dsp:txBody>
      <dsp:txXfrm>
        <a:off x="35982" y="73404"/>
        <a:ext cx="6594869" cy="665135"/>
      </dsp:txXfrm>
    </dsp:sp>
    <dsp:sp modelId="{B51E132F-AA64-8441-96F2-B0C32B98B838}">
      <dsp:nvSpPr>
        <dsp:cNvPr id="0" name=""/>
        <dsp:cNvSpPr/>
      </dsp:nvSpPr>
      <dsp:spPr>
        <a:xfrm>
          <a:off x="0" y="774522"/>
          <a:ext cx="6666833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ABCS, IV fluids, pRBC transfusion</a:t>
          </a:r>
        </a:p>
      </dsp:txBody>
      <dsp:txXfrm>
        <a:off x="0" y="774522"/>
        <a:ext cx="6666833" cy="496800"/>
      </dsp:txXfrm>
    </dsp:sp>
    <dsp:sp modelId="{B5B0CD52-7F33-664F-85C2-73388050074E}">
      <dsp:nvSpPr>
        <dsp:cNvPr id="0" name=""/>
        <dsp:cNvSpPr/>
      </dsp:nvSpPr>
      <dsp:spPr>
        <a:xfrm>
          <a:off x="0" y="1271322"/>
          <a:ext cx="6666833" cy="737099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Start therapy:</a:t>
          </a:r>
        </a:p>
      </dsp:txBody>
      <dsp:txXfrm>
        <a:off x="35982" y="1307304"/>
        <a:ext cx="6594869" cy="665135"/>
      </dsp:txXfrm>
    </dsp:sp>
    <dsp:sp modelId="{56105F79-6F80-AD44-91EC-21474D8CF56D}">
      <dsp:nvSpPr>
        <dsp:cNvPr id="0" name=""/>
        <dsp:cNvSpPr/>
      </dsp:nvSpPr>
      <dsp:spPr>
        <a:xfrm>
          <a:off x="0" y="2008422"/>
          <a:ext cx="6666833" cy="1117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Octreotide – reduces portal hypertension by inhibiting splanchnic vasodilation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PPI to reduce acid </a:t>
          </a:r>
        </a:p>
      </dsp:txBody>
      <dsp:txXfrm>
        <a:off x="0" y="2008422"/>
        <a:ext cx="6666833" cy="1117800"/>
      </dsp:txXfrm>
    </dsp:sp>
    <dsp:sp modelId="{7057FA40-0BAF-5B41-B6F9-35DC3A6227C3}">
      <dsp:nvSpPr>
        <dsp:cNvPr id="0" name=""/>
        <dsp:cNvSpPr/>
      </dsp:nvSpPr>
      <dsp:spPr>
        <a:xfrm>
          <a:off x="0" y="3126222"/>
          <a:ext cx="6666833" cy="737099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Antibiotic prophylaxis: Ceftriaxone</a:t>
          </a:r>
        </a:p>
      </dsp:txBody>
      <dsp:txXfrm>
        <a:off x="35982" y="3162204"/>
        <a:ext cx="6594869" cy="665135"/>
      </dsp:txXfrm>
    </dsp:sp>
    <dsp:sp modelId="{40EA8879-286F-0B4A-82C5-51456C5578F1}">
      <dsp:nvSpPr>
        <dsp:cNvPr id="0" name=""/>
        <dsp:cNvSpPr/>
      </dsp:nvSpPr>
      <dsp:spPr>
        <a:xfrm>
          <a:off x="0" y="3949722"/>
          <a:ext cx="6666833" cy="73709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Stabilize </a:t>
          </a:r>
          <a:r>
            <a:rPr lang="en-US" sz="3000" kern="1200">
              <a:sym typeface="Wingdings" panose="05000000000000000000" pitchFamily="2" charset="2"/>
            </a:rPr>
            <a:t></a:t>
          </a:r>
          <a:r>
            <a:rPr lang="en-US" sz="3000" kern="1200"/>
            <a:t> emergent EGD</a:t>
          </a:r>
        </a:p>
      </dsp:txBody>
      <dsp:txXfrm>
        <a:off x="35982" y="3985704"/>
        <a:ext cx="6594869" cy="665135"/>
      </dsp:txXfrm>
    </dsp:sp>
    <dsp:sp modelId="{400FD4EA-62A7-F64A-8BA9-605F7DB65E9D}">
      <dsp:nvSpPr>
        <dsp:cNvPr id="0" name=""/>
        <dsp:cNvSpPr/>
      </dsp:nvSpPr>
      <dsp:spPr>
        <a:xfrm>
          <a:off x="0" y="4686822"/>
          <a:ext cx="6666833" cy="729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Can temporize with Balloon tamponade (Blakemore Sengstaken Tube)</a:t>
          </a:r>
        </a:p>
      </dsp:txBody>
      <dsp:txXfrm>
        <a:off x="0" y="4686822"/>
        <a:ext cx="6666833" cy="729675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12BA16-DBF7-FB48-8EED-04C3A38A18B2}">
      <dsp:nvSpPr>
        <dsp:cNvPr id="0" name=""/>
        <dsp:cNvSpPr/>
      </dsp:nvSpPr>
      <dsp:spPr>
        <a:xfrm>
          <a:off x="0" y="2530579"/>
          <a:ext cx="10927829" cy="16603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Mucosal break in stomach or duodenum due to acid injury</a:t>
          </a:r>
        </a:p>
      </dsp:txBody>
      <dsp:txXfrm>
        <a:off x="0" y="2530579"/>
        <a:ext cx="10927829" cy="1660334"/>
      </dsp:txXfrm>
    </dsp:sp>
    <dsp:sp modelId="{DF04072F-EBB5-0F4D-B352-288C2174FE19}">
      <dsp:nvSpPr>
        <dsp:cNvPr id="0" name=""/>
        <dsp:cNvSpPr/>
      </dsp:nvSpPr>
      <dsp:spPr>
        <a:xfrm rot="10800000">
          <a:off x="0" y="1890"/>
          <a:ext cx="10927829" cy="2553594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Causes:</a:t>
          </a:r>
        </a:p>
      </dsp:txBody>
      <dsp:txXfrm rot="-10800000">
        <a:off x="0" y="1890"/>
        <a:ext cx="10927829" cy="896311"/>
      </dsp:txXfrm>
    </dsp:sp>
    <dsp:sp modelId="{42A76D02-BF04-9A49-98DF-ACA672611E88}">
      <dsp:nvSpPr>
        <dsp:cNvPr id="0" name=""/>
        <dsp:cNvSpPr/>
      </dsp:nvSpPr>
      <dsp:spPr>
        <a:xfrm>
          <a:off x="1333" y="898202"/>
          <a:ext cx="2185032" cy="76352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 pylori</a:t>
          </a:r>
        </a:p>
      </dsp:txBody>
      <dsp:txXfrm>
        <a:off x="1333" y="898202"/>
        <a:ext cx="2185032" cy="763524"/>
      </dsp:txXfrm>
    </dsp:sp>
    <dsp:sp modelId="{673AA385-EA26-0A4F-B248-832DAAA5EC50}">
      <dsp:nvSpPr>
        <dsp:cNvPr id="0" name=""/>
        <dsp:cNvSpPr/>
      </dsp:nvSpPr>
      <dsp:spPr>
        <a:xfrm>
          <a:off x="2186366" y="898202"/>
          <a:ext cx="2185032" cy="763524"/>
        </a:xfrm>
        <a:prstGeom prst="rect">
          <a:avLst/>
        </a:prstGeom>
        <a:solidFill>
          <a:schemeClr val="accent2">
            <a:tint val="40000"/>
            <a:alpha val="90000"/>
            <a:hueOff val="1683680"/>
            <a:satOff val="-15558"/>
            <a:lumOff val="-175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683680"/>
              <a:satOff val="-15558"/>
              <a:lumOff val="-17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NSAIDs/aspirin</a:t>
          </a:r>
        </a:p>
      </dsp:txBody>
      <dsp:txXfrm>
        <a:off x="2186366" y="898202"/>
        <a:ext cx="2185032" cy="763524"/>
      </dsp:txXfrm>
    </dsp:sp>
    <dsp:sp modelId="{F6BF9AE8-6CA6-294A-A4D3-CB9E8ACAD9CA}">
      <dsp:nvSpPr>
        <dsp:cNvPr id="0" name=""/>
        <dsp:cNvSpPr/>
      </dsp:nvSpPr>
      <dsp:spPr>
        <a:xfrm>
          <a:off x="4371398" y="898202"/>
          <a:ext cx="2185032" cy="763524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Critical illness</a:t>
          </a:r>
        </a:p>
      </dsp:txBody>
      <dsp:txXfrm>
        <a:off x="4371398" y="898202"/>
        <a:ext cx="2185032" cy="763524"/>
      </dsp:txXfrm>
    </dsp:sp>
    <dsp:sp modelId="{7F26F1F3-1BF2-8F4B-A7B5-6BBAD531DD05}">
      <dsp:nvSpPr>
        <dsp:cNvPr id="0" name=""/>
        <dsp:cNvSpPr/>
      </dsp:nvSpPr>
      <dsp:spPr>
        <a:xfrm>
          <a:off x="6556430" y="898202"/>
          <a:ext cx="2185032" cy="763524"/>
        </a:xfrm>
        <a:prstGeom prst="rect">
          <a:avLst/>
        </a:prstGeom>
        <a:solidFill>
          <a:schemeClr val="accent2">
            <a:tint val="40000"/>
            <a:alpha val="90000"/>
            <a:hueOff val="5051039"/>
            <a:satOff val="-46674"/>
            <a:lumOff val="-526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051039"/>
              <a:satOff val="-46674"/>
              <a:lumOff val="-52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Smoking</a:t>
          </a:r>
        </a:p>
      </dsp:txBody>
      <dsp:txXfrm>
        <a:off x="6556430" y="898202"/>
        <a:ext cx="2185032" cy="763524"/>
      </dsp:txXfrm>
    </dsp:sp>
    <dsp:sp modelId="{3C93C558-37F4-8C47-9529-40EE25997DCF}">
      <dsp:nvSpPr>
        <dsp:cNvPr id="0" name=""/>
        <dsp:cNvSpPr/>
      </dsp:nvSpPr>
      <dsp:spPr>
        <a:xfrm>
          <a:off x="8741462" y="898202"/>
          <a:ext cx="2185032" cy="763524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Zollinger-Elison, viral ulcers, Crohn’s disease</a:t>
          </a:r>
        </a:p>
      </dsp:txBody>
      <dsp:txXfrm>
        <a:off x="8741462" y="898202"/>
        <a:ext cx="2185032" cy="763524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68A41B-5D50-FE4F-A2DF-3057FA146284}">
      <dsp:nvSpPr>
        <dsp:cNvPr id="0" name=""/>
        <dsp:cNvSpPr/>
      </dsp:nvSpPr>
      <dsp:spPr>
        <a:xfrm>
          <a:off x="0" y="343388"/>
          <a:ext cx="6245265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DD24DF-07FC-3641-8FCF-4B5A33174356}">
      <dsp:nvSpPr>
        <dsp:cNvPr id="0" name=""/>
        <dsp:cNvSpPr/>
      </dsp:nvSpPr>
      <dsp:spPr>
        <a:xfrm>
          <a:off x="312263" y="62948"/>
          <a:ext cx="4371685" cy="5608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239" tIns="0" rIns="16523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Burning/gnawing epigastric pain</a:t>
          </a:r>
        </a:p>
      </dsp:txBody>
      <dsp:txXfrm>
        <a:off x="339643" y="90328"/>
        <a:ext cx="4316925" cy="506119"/>
      </dsp:txXfrm>
    </dsp:sp>
    <dsp:sp modelId="{E189D4DF-72EE-ED4B-8390-ED70982CD8BD}">
      <dsp:nvSpPr>
        <dsp:cNvPr id="0" name=""/>
        <dsp:cNvSpPr/>
      </dsp:nvSpPr>
      <dsp:spPr>
        <a:xfrm>
          <a:off x="0" y="1205228"/>
          <a:ext cx="6245265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303345-C3F9-444C-A433-F224B8925372}">
      <dsp:nvSpPr>
        <dsp:cNvPr id="0" name=""/>
        <dsp:cNvSpPr/>
      </dsp:nvSpPr>
      <dsp:spPr>
        <a:xfrm>
          <a:off x="312263" y="924788"/>
          <a:ext cx="4371685" cy="56087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239" tIns="0" rIns="16523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Dyspepsia</a:t>
          </a:r>
        </a:p>
      </dsp:txBody>
      <dsp:txXfrm>
        <a:off x="339643" y="952168"/>
        <a:ext cx="4316925" cy="506119"/>
      </dsp:txXfrm>
    </dsp:sp>
    <dsp:sp modelId="{4C65CF43-E4D3-5140-A05C-3E5F7E85670A}">
      <dsp:nvSpPr>
        <dsp:cNvPr id="0" name=""/>
        <dsp:cNvSpPr/>
      </dsp:nvSpPr>
      <dsp:spPr>
        <a:xfrm>
          <a:off x="0" y="2067068"/>
          <a:ext cx="6245265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3290A0-BF1E-8C49-8577-6FB1DAA493A9}">
      <dsp:nvSpPr>
        <dsp:cNvPr id="0" name=""/>
        <dsp:cNvSpPr/>
      </dsp:nvSpPr>
      <dsp:spPr>
        <a:xfrm>
          <a:off x="312263" y="1786628"/>
          <a:ext cx="4371685" cy="56087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239" tIns="0" rIns="16523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Early satiety</a:t>
          </a:r>
        </a:p>
      </dsp:txBody>
      <dsp:txXfrm>
        <a:off x="339643" y="1814008"/>
        <a:ext cx="4316925" cy="506119"/>
      </dsp:txXfrm>
    </dsp:sp>
    <dsp:sp modelId="{58FCBC5F-2337-A045-89EF-7E3CD4192D37}">
      <dsp:nvSpPr>
        <dsp:cNvPr id="0" name=""/>
        <dsp:cNvSpPr/>
      </dsp:nvSpPr>
      <dsp:spPr>
        <a:xfrm>
          <a:off x="0" y="2928908"/>
          <a:ext cx="6245265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1ABE6D-B13A-4B4B-80F3-962155F89FF1}">
      <dsp:nvSpPr>
        <dsp:cNvPr id="0" name=""/>
        <dsp:cNvSpPr/>
      </dsp:nvSpPr>
      <dsp:spPr>
        <a:xfrm>
          <a:off x="312263" y="2648468"/>
          <a:ext cx="4371685" cy="5608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239" tIns="0" rIns="16523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Nausea</a:t>
          </a:r>
        </a:p>
      </dsp:txBody>
      <dsp:txXfrm>
        <a:off x="339643" y="2675848"/>
        <a:ext cx="4316925" cy="506119"/>
      </dsp:txXfrm>
    </dsp:sp>
    <dsp:sp modelId="{626A9C74-772F-E044-AF95-8E5FA685A9F7}">
      <dsp:nvSpPr>
        <dsp:cNvPr id="0" name=""/>
        <dsp:cNvSpPr/>
      </dsp:nvSpPr>
      <dsp:spPr>
        <a:xfrm>
          <a:off x="0" y="3790748"/>
          <a:ext cx="6245265" cy="1735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4702" tIns="395732" rIns="484702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GI bleeding or anemia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Unintentional weight loss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Progressive dysphagia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Older patient w/ new or progressive sx </a:t>
          </a:r>
        </a:p>
      </dsp:txBody>
      <dsp:txXfrm>
        <a:off x="0" y="3790748"/>
        <a:ext cx="6245265" cy="1735650"/>
      </dsp:txXfrm>
    </dsp:sp>
    <dsp:sp modelId="{1EDEB620-7710-FA43-AF7C-FC69FDEF41D6}">
      <dsp:nvSpPr>
        <dsp:cNvPr id="0" name=""/>
        <dsp:cNvSpPr/>
      </dsp:nvSpPr>
      <dsp:spPr>
        <a:xfrm>
          <a:off x="312263" y="3510308"/>
          <a:ext cx="4371685" cy="560879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239" tIns="0" rIns="16523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Alarm features:</a:t>
          </a:r>
        </a:p>
      </dsp:txBody>
      <dsp:txXfrm>
        <a:off x="339643" y="3537688"/>
        <a:ext cx="4316925" cy="506119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6925F0-9C1E-7144-9A94-7F1648342C47}">
      <dsp:nvSpPr>
        <dsp:cNvPr id="0" name=""/>
        <dsp:cNvSpPr/>
      </dsp:nvSpPr>
      <dsp:spPr>
        <a:xfrm>
          <a:off x="0" y="35149"/>
          <a:ext cx="6666833" cy="10810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Stop NSAIDs</a:t>
          </a:r>
        </a:p>
      </dsp:txBody>
      <dsp:txXfrm>
        <a:off x="52774" y="87923"/>
        <a:ext cx="6561285" cy="975532"/>
      </dsp:txXfrm>
    </dsp:sp>
    <dsp:sp modelId="{615AF425-AD92-CA49-AF85-80DBAA64B73F}">
      <dsp:nvSpPr>
        <dsp:cNvPr id="0" name=""/>
        <dsp:cNvSpPr/>
      </dsp:nvSpPr>
      <dsp:spPr>
        <a:xfrm>
          <a:off x="0" y="1116229"/>
          <a:ext cx="6666833" cy="1070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55880" rIns="312928" bIns="55880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400" kern="1200"/>
            <a:t>Consider COX-2 agent if must continue </a:t>
          </a:r>
        </a:p>
      </dsp:txBody>
      <dsp:txXfrm>
        <a:off x="0" y="1116229"/>
        <a:ext cx="6666833" cy="1070190"/>
      </dsp:txXfrm>
    </dsp:sp>
    <dsp:sp modelId="{255B2DB9-607A-0C4C-A0A3-A8F6B64BB3D8}">
      <dsp:nvSpPr>
        <dsp:cNvPr id="0" name=""/>
        <dsp:cNvSpPr/>
      </dsp:nvSpPr>
      <dsp:spPr>
        <a:xfrm>
          <a:off x="0" y="2186419"/>
          <a:ext cx="6666833" cy="108108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PPI for 4-8 weeks</a:t>
          </a:r>
        </a:p>
      </dsp:txBody>
      <dsp:txXfrm>
        <a:off x="52774" y="2239193"/>
        <a:ext cx="6561285" cy="975532"/>
      </dsp:txXfrm>
    </dsp:sp>
    <dsp:sp modelId="{7319E857-E80C-314B-9B4D-B3BD59A227D6}">
      <dsp:nvSpPr>
        <dsp:cNvPr id="0" name=""/>
        <dsp:cNvSpPr/>
      </dsp:nvSpPr>
      <dsp:spPr>
        <a:xfrm>
          <a:off x="0" y="3267500"/>
          <a:ext cx="6666833" cy="1070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55880" rIns="312928" bIns="55880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400" kern="1200"/>
            <a:t>Longer treatment for large or complicated ulcers </a:t>
          </a:r>
        </a:p>
      </dsp:txBody>
      <dsp:txXfrm>
        <a:off x="0" y="3267500"/>
        <a:ext cx="6666833" cy="1070190"/>
      </dsp:txXfrm>
    </dsp:sp>
    <dsp:sp modelId="{A0E4AE37-E974-644C-B158-55EB57FB71A8}">
      <dsp:nvSpPr>
        <dsp:cNvPr id="0" name=""/>
        <dsp:cNvSpPr/>
      </dsp:nvSpPr>
      <dsp:spPr>
        <a:xfrm>
          <a:off x="0" y="4337690"/>
          <a:ext cx="6666833" cy="10810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Test for H pylori</a:t>
          </a:r>
        </a:p>
      </dsp:txBody>
      <dsp:txXfrm>
        <a:off x="52774" y="4390464"/>
        <a:ext cx="6561285" cy="975532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C88A5B-D2C1-8D49-B7CA-4175C746CABC}">
      <dsp:nvSpPr>
        <dsp:cNvPr id="0" name=""/>
        <dsp:cNvSpPr/>
      </dsp:nvSpPr>
      <dsp:spPr>
        <a:xfrm>
          <a:off x="0" y="197059"/>
          <a:ext cx="6666833" cy="5896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Bleeding</a:t>
          </a:r>
        </a:p>
      </dsp:txBody>
      <dsp:txXfrm>
        <a:off x="28786" y="225845"/>
        <a:ext cx="6609261" cy="532107"/>
      </dsp:txXfrm>
    </dsp:sp>
    <dsp:sp modelId="{650E5BF7-B9C5-9F48-BA76-3FC7434B2134}">
      <dsp:nvSpPr>
        <dsp:cNvPr id="0" name=""/>
        <dsp:cNvSpPr/>
      </dsp:nvSpPr>
      <dsp:spPr>
        <a:xfrm>
          <a:off x="0" y="786739"/>
          <a:ext cx="6666833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Most common</a:t>
          </a:r>
        </a:p>
      </dsp:txBody>
      <dsp:txXfrm>
        <a:off x="0" y="786739"/>
        <a:ext cx="6666833" cy="397440"/>
      </dsp:txXfrm>
    </dsp:sp>
    <dsp:sp modelId="{5A27C031-AEAD-E043-8F56-94E3066B628A}">
      <dsp:nvSpPr>
        <dsp:cNvPr id="0" name=""/>
        <dsp:cNvSpPr/>
      </dsp:nvSpPr>
      <dsp:spPr>
        <a:xfrm>
          <a:off x="0" y="1184179"/>
          <a:ext cx="6666833" cy="589679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Perforation</a:t>
          </a:r>
        </a:p>
      </dsp:txBody>
      <dsp:txXfrm>
        <a:off x="28786" y="1212965"/>
        <a:ext cx="6609261" cy="532107"/>
      </dsp:txXfrm>
    </dsp:sp>
    <dsp:sp modelId="{6E7A08AF-5FA7-E14B-8C85-FD9EE28B6627}">
      <dsp:nvSpPr>
        <dsp:cNvPr id="0" name=""/>
        <dsp:cNvSpPr/>
      </dsp:nvSpPr>
      <dsp:spPr>
        <a:xfrm>
          <a:off x="0" y="1773859"/>
          <a:ext cx="6666833" cy="658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Sudden severe abd pain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Free air under diaphgram </a:t>
          </a:r>
        </a:p>
      </dsp:txBody>
      <dsp:txXfrm>
        <a:off x="0" y="1773859"/>
        <a:ext cx="6666833" cy="658260"/>
      </dsp:txXfrm>
    </dsp:sp>
    <dsp:sp modelId="{05EAD570-B0B1-EA47-AC1A-15EEE9F47D83}">
      <dsp:nvSpPr>
        <dsp:cNvPr id="0" name=""/>
        <dsp:cNvSpPr/>
      </dsp:nvSpPr>
      <dsp:spPr>
        <a:xfrm>
          <a:off x="0" y="2432119"/>
          <a:ext cx="6666833" cy="589679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Penetration</a:t>
          </a:r>
        </a:p>
      </dsp:txBody>
      <dsp:txXfrm>
        <a:off x="28786" y="2460905"/>
        <a:ext cx="6609261" cy="532107"/>
      </dsp:txXfrm>
    </dsp:sp>
    <dsp:sp modelId="{E4ED675A-4982-9644-B919-7100A942D105}">
      <dsp:nvSpPr>
        <dsp:cNvPr id="0" name=""/>
        <dsp:cNvSpPr/>
      </dsp:nvSpPr>
      <dsp:spPr>
        <a:xfrm>
          <a:off x="0" y="3021799"/>
          <a:ext cx="6666833" cy="658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Ulcer extends into adjacent organ 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Posterior duodenal ulcers penetrate into the pancreas</a:t>
          </a:r>
        </a:p>
      </dsp:txBody>
      <dsp:txXfrm>
        <a:off x="0" y="3021799"/>
        <a:ext cx="6666833" cy="658260"/>
      </dsp:txXfrm>
    </dsp:sp>
    <dsp:sp modelId="{72DE0167-246A-8043-AC18-699C30202BD8}">
      <dsp:nvSpPr>
        <dsp:cNvPr id="0" name=""/>
        <dsp:cNvSpPr/>
      </dsp:nvSpPr>
      <dsp:spPr>
        <a:xfrm>
          <a:off x="0" y="3680060"/>
          <a:ext cx="6666833" cy="589679"/>
        </a:xfrm>
        <a:prstGeom prst="round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Gastric outlet obstruction</a:t>
          </a:r>
        </a:p>
      </dsp:txBody>
      <dsp:txXfrm>
        <a:off x="28786" y="3708846"/>
        <a:ext cx="6609261" cy="532107"/>
      </dsp:txXfrm>
    </dsp:sp>
    <dsp:sp modelId="{82B94EBC-7082-C946-ACC9-FC6E55B705CE}">
      <dsp:nvSpPr>
        <dsp:cNvPr id="0" name=""/>
        <dsp:cNvSpPr/>
      </dsp:nvSpPr>
      <dsp:spPr>
        <a:xfrm>
          <a:off x="0" y="4269739"/>
          <a:ext cx="6666833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Inflammation/scarring near the pylorus</a:t>
          </a:r>
        </a:p>
      </dsp:txBody>
      <dsp:txXfrm>
        <a:off x="0" y="4269739"/>
        <a:ext cx="6666833" cy="397440"/>
      </dsp:txXfrm>
    </dsp:sp>
    <dsp:sp modelId="{CEF9E30E-67C9-8648-A63C-4B70B30F246B}">
      <dsp:nvSpPr>
        <dsp:cNvPr id="0" name=""/>
        <dsp:cNvSpPr/>
      </dsp:nvSpPr>
      <dsp:spPr>
        <a:xfrm>
          <a:off x="0" y="4667180"/>
          <a:ext cx="6666833" cy="58967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Malignancy</a:t>
          </a:r>
        </a:p>
      </dsp:txBody>
      <dsp:txXfrm>
        <a:off x="28786" y="4695966"/>
        <a:ext cx="6609261" cy="532107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08F72F-716A-DE49-973E-AB01FF133559}">
      <dsp:nvSpPr>
        <dsp:cNvPr id="0" name=""/>
        <dsp:cNvSpPr/>
      </dsp:nvSpPr>
      <dsp:spPr>
        <a:xfrm>
          <a:off x="0" y="226174"/>
          <a:ext cx="6666833" cy="81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91592" rIns="517420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Esophageal: food sticks after initiation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Oropharyngeal: difficulty initiating with coughing or aspiration</a:t>
          </a:r>
        </a:p>
      </dsp:txBody>
      <dsp:txXfrm>
        <a:off x="0" y="226174"/>
        <a:ext cx="6666833" cy="815850"/>
      </dsp:txXfrm>
    </dsp:sp>
    <dsp:sp modelId="{9091CEC0-9908-8440-9B69-BC205BF498F9}">
      <dsp:nvSpPr>
        <dsp:cNvPr id="0" name=""/>
        <dsp:cNvSpPr/>
      </dsp:nvSpPr>
      <dsp:spPr>
        <a:xfrm>
          <a:off x="333341" y="19534"/>
          <a:ext cx="4666783" cy="41327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Esophageal vs. oropharyngeal dysphagia</a:t>
          </a:r>
          <a:endParaRPr lang="en-US" sz="1400" kern="1200"/>
        </a:p>
      </dsp:txBody>
      <dsp:txXfrm>
        <a:off x="353516" y="39709"/>
        <a:ext cx="4626433" cy="372929"/>
      </dsp:txXfrm>
    </dsp:sp>
    <dsp:sp modelId="{E18E9AC9-3871-F74C-9A95-D3F2FB6F82C2}">
      <dsp:nvSpPr>
        <dsp:cNvPr id="0" name=""/>
        <dsp:cNvSpPr/>
      </dsp:nvSpPr>
      <dsp:spPr>
        <a:xfrm>
          <a:off x="0" y="1324265"/>
          <a:ext cx="6666833" cy="81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91592" rIns="517420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GERD: heartburn/regurgitation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EoE: food impaction/intermittent solid dysphagia </a:t>
          </a:r>
        </a:p>
      </dsp:txBody>
      <dsp:txXfrm>
        <a:off x="0" y="1324265"/>
        <a:ext cx="6666833" cy="815850"/>
      </dsp:txXfrm>
    </dsp:sp>
    <dsp:sp modelId="{3D515933-24B9-6A47-9579-9919E7B0503C}">
      <dsp:nvSpPr>
        <dsp:cNvPr id="0" name=""/>
        <dsp:cNvSpPr/>
      </dsp:nvSpPr>
      <dsp:spPr>
        <a:xfrm>
          <a:off x="333341" y="1117625"/>
          <a:ext cx="4666783" cy="413279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GERD versus EoE</a:t>
          </a:r>
          <a:endParaRPr lang="en-US" sz="1400" kern="1200"/>
        </a:p>
      </dsp:txBody>
      <dsp:txXfrm>
        <a:off x="353516" y="1137800"/>
        <a:ext cx="4626433" cy="372929"/>
      </dsp:txXfrm>
    </dsp:sp>
    <dsp:sp modelId="{B4AAB18E-7FAC-B44E-A05A-DB7DC710CBA6}">
      <dsp:nvSpPr>
        <dsp:cNvPr id="0" name=""/>
        <dsp:cNvSpPr/>
      </dsp:nvSpPr>
      <dsp:spPr>
        <a:xfrm>
          <a:off x="0" y="2422355"/>
          <a:ext cx="6666833" cy="81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91592" rIns="517420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Peptic: smooth distal narrowing and long GERD history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Cancer: irregular narrowing, rapid progression, weight loss </a:t>
          </a:r>
        </a:p>
      </dsp:txBody>
      <dsp:txXfrm>
        <a:off x="0" y="2422355"/>
        <a:ext cx="6666833" cy="815850"/>
      </dsp:txXfrm>
    </dsp:sp>
    <dsp:sp modelId="{79E50745-5AF7-8840-A65D-59796E476379}">
      <dsp:nvSpPr>
        <dsp:cNvPr id="0" name=""/>
        <dsp:cNvSpPr/>
      </dsp:nvSpPr>
      <dsp:spPr>
        <a:xfrm>
          <a:off x="333341" y="2215715"/>
          <a:ext cx="4666783" cy="413279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Peptic stricture versus cancer</a:t>
          </a:r>
          <a:endParaRPr lang="en-US" sz="1400" kern="1200"/>
        </a:p>
      </dsp:txBody>
      <dsp:txXfrm>
        <a:off x="353516" y="2235890"/>
        <a:ext cx="4626433" cy="372929"/>
      </dsp:txXfrm>
    </dsp:sp>
    <dsp:sp modelId="{A19D6C7E-2831-384B-ACA7-636418973DD4}">
      <dsp:nvSpPr>
        <dsp:cNvPr id="0" name=""/>
        <dsp:cNvSpPr/>
      </dsp:nvSpPr>
      <dsp:spPr>
        <a:xfrm>
          <a:off x="0" y="3520445"/>
          <a:ext cx="6666833" cy="81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91592" rIns="517420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Achalasia: impaired LES relaxation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DES: preserved LES relaxation with premature contractions </a:t>
          </a:r>
        </a:p>
      </dsp:txBody>
      <dsp:txXfrm>
        <a:off x="0" y="3520445"/>
        <a:ext cx="6666833" cy="815850"/>
      </dsp:txXfrm>
    </dsp:sp>
    <dsp:sp modelId="{99D801E7-6B26-A84D-A5D6-AD2E5BBC419B}">
      <dsp:nvSpPr>
        <dsp:cNvPr id="0" name=""/>
        <dsp:cNvSpPr/>
      </dsp:nvSpPr>
      <dsp:spPr>
        <a:xfrm>
          <a:off x="333341" y="3313804"/>
          <a:ext cx="4666783" cy="413279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Achalasia vs. DES</a:t>
          </a:r>
          <a:endParaRPr lang="en-US" sz="1400" kern="1200"/>
        </a:p>
      </dsp:txBody>
      <dsp:txXfrm>
        <a:off x="353516" y="3333979"/>
        <a:ext cx="4626433" cy="372929"/>
      </dsp:txXfrm>
    </dsp:sp>
    <dsp:sp modelId="{89E321DC-43CE-5247-9482-62D7A7CF2D5E}">
      <dsp:nvSpPr>
        <dsp:cNvPr id="0" name=""/>
        <dsp:cNvSpPr/>
      </dsp:nvSpPr>
      <dsp:spPr>
        <a:xfrm>
          <a:off x="0" y="4618534"/>
          <a:ext cx="6666833" cy="81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91592" rIns="517420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Mallory-Weiss: mucosal bleeding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Boerhaave: transmural perforation </a:t>
          </a:r>
        </a:p>
      </dsp:txBody>
      <dsp:txXfrm>
        <a:off x="0" y="4618534"/>
        <a:ext cx="6666833" cy="815850"/>
      </dsp:txXfrm>
    </dsp:sp>
    <dsp:sp modelId="{B69167B2-3574-7845-A950-75160D47EFB4}">
      <dsp:nvSpPr>
        <dsp:cNvPr id="0" name=""/>
        <dsp:cNvSpPr/>
      </dsp:nvSpPr>
      <dsp:spPr>
        <a:xfrm>
          <a:off x="333341" y="4411895"/>
          <a:ext cx="4666783" cy="41327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Mallory-Weiss vs. Boerhaave</a:t>
          </a:r>
          <a:endParaRPr lang="en-US" sz="1400" kern="1200"/>
        </a:p>
      </dsp:txBody>
      <dsp:txXfrm>
        <a:off x="353516" y="4432070"/>
        <a:ext cx="4626433" cy="3729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FB744B-3527-C842-B686-2F19267F015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7BC50-EEDE-A44C-9301-D1A65F5E7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843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Columnar epithelium is intestinal epithelia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7BC50-EEDE-A44C-9301-D1A65F5E732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881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B6EBF-19BC-E99B-F0D3-26FB499F0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2DBA7C-9D37-4E2E-7E38-9E43205F2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88C2DA-3963-03F9-9D8F-C2B86858E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Columnar epithelium is intestinal epithelia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75573-3E25-56E8-8979-794A41714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7BC50-EEDE-A44C-9301-D1A65F5E732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11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2A47A-24E2-E19B-52F9-75D81691E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AA20B-91EF-C752-FD33-3C2D06BED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C5926-52B2-8DAF-AA78-3542952BF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Columnar epithelium is intestinal epithelia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D1CE7-F0CB-E0EC-C294-930D34776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7BC50-EEDE-A44C-9301-D1A65F5E732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197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78505-2CA7-4357-47A0-166FA9745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F2B792-97B8-9E04-2CE9-8B233E1AE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F91A52-5F25-1A25-1387-DF63BAAA0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Columnar epithelium is intestinal epithelia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07E16-29CC-BA3B-C2B7-14DC58F4ED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7BC50-EEDE-A44C-9301-D1A65F5E732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128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7BC50-EEDE-A44C-9301-D1A65F5E732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46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assess symptoms post treatment to ensure resolution. Last resort is esophagectomy.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7BC50-EEDE-A44C-9301-D1A65F5E732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077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Abx due to ability of bacteria to translocate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7BC50-EEDE-A44C-9301-D1A65F5E7325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942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5734A-AC61-D7F2-E6EC-59367D6A9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9E6DF3-F36A-4C1F-6653-7050DC16B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0F714-0B47-5A2A-1094-AF4544696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B0188-DF81-564F-B961-2FDEB9EBBB71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55A52-E059-7BE0-B6B7-8D8CB13F4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2A5A9-6D4B-7CF5-B8C5-10F5C7BA2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EA77-EA8A-B947-A76B-78BC59398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130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CEB47-A473-B640-2EE2-51AAE17F0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26103-2653-267E-13D3-D41E67A23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ACD73-5B50-0244-129C-ED3693021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B0188-DF81-564F-B961-2FDEB9EBBB71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521D0-FD69-19A9-66BA-13A614950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5DAFB-EFC6-0B94-5263-3383684B7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EA77-EA8A-B947-A76B-78BC59398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83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A4A84-063F-023F-9CE4-EDC946581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DAE43-05BE-7CB7-2E80-41FE823C9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B8806-9879-2584-628E-A817FC164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B0188-DF81-564F-B961-2FDEB9EBBB71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15587-8DE0-F3FB-5673-01621F66F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19555-2221-BAB6-27B3-1B2E25D94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EA77-EA8A-B947-A76B-78BC59398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728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7DCA2-3AAB-6E4D-4F2E-74B89B80B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99448-6F3A-3472-044D-23B9216EE1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B509D-20F7-7B47-4D8F-C8F422D49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5331F7-85CF-A678-1B50-8FB2D7A9B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B0188-DF81-564F-B961-2FDEB9EBBB71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6976A-DEFB-5AE8-C3EF-8D6C975A6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F7980-3377-D4A2-2A29-8FBB1C8DD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EA77-EA8A-B947-A76B-78BC59398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47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FFE49-0CC5-D145-219E-4CB828584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B9F3A-8065-B2F4-98EE-29F26F69D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E0A984-9A7C-AC4B-1D5F-79FE5F844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494054-C698-4577-596B-F22068DCFA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7CF48B-AAED-4C83-7CB0-4E0C999FC1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D4CCE7-09D3-DA83-12EF-67D2B1265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B0188-DF81-564F-B961-2FDEB9EBBB71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BFA5C-4872-CFFE-6709-C1ABDB5B5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5497EC-E3EB-7372-439D-8DE3F1F4B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EA77-EA8A-B947-A76B-78BC59398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819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7A03-87B4-1DEA-A899-6A42CFCF3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187434-AB37-1864-A71D-C9FAD1F96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B0188-DF81-564F-B961-2FDEB9EBBB71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041C4-165D-CB15-77CE-E55F21360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8DC89E-2653-346D-EC31-A781987F6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EA77-EA8A-B947-A76B-78BC59398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797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7DC0E2-847F-F18F-48DC-B8FDF69B2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B0188-DF81-564F-B961-2FDEB9EBBB71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657436-FCFA-2517-6875-32E022458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F1FD4-D743-C1AF-273E-A73E1B99F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EA77-EA8A-B947-A76B-78BC59398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806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AD5C4-CD9F-AEF5-05C2-DF32A5E21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57EB4-0294-4EED-826E-CA0C899B4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34C279-6605-3EBB-BF23-CDA66465B4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2E0CA-683E-BF0F-B50D-0C185AC3B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B0188-DF81-564F-B961-2FDEB9EBBB71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70CE1-E6F6-EA8C-91ED-A803BFBDB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B1584F-B530-5E0A-B36E-839AD38B1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EA77-EA8A-B947-A76B-78BC59398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263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FFEA5-3CC0-4CF3-1320-453E91B47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D513C2-0B91-DC73-FEA4-38282F9FF4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863671-919D-C121-B6A8-81E5997E9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7A58D-3758-D189-BCFF-BB162E7E1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B0188-DF81-564F-B961-2FDEB9EBBB71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46862-6528-E175-C0C0-4C90D9DC0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A53DF-BFE0-66B3-E7BB-84B9ED122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EA77-EA8A-B947-A76B-78BC59398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563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8623A-E396-43AA-3EF8-ACC8B3C3C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6F0E4-018B-95F6-A6E8-725B17F36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FDEF8-0AF1-966F-042D-B4EBF87B7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B0188-DF81-564F-B961-2FDEB9EBBB71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A4262-3A34-E4B6-46E2-2F258B114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12AB6-A99C-A1CE-ECAC-9DAF74CE3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EA77-EA8A-B947-A76B-78BC59398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359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78F638-273B-D219-2BC4-BF546F5DAE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2F4232-A781-61DC-B17C-EC6F74CC9B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92488-F36B-56E8-9B2E-EBB17A463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B0188-DF81-564F-B961-2FDEB9EBBB71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F1421-2C6B-8E1C-F8A3-61D9A3789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D31BC-6501-F776-A265-F8C1B21B6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EA77-EA8A-B947-A76B-78BC59398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19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BE77F8-26F0-3B52-DB4E-8A01CDAAB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002A9-1E74-CF65-7276-1D3DBF3FC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88496-8304-B288-3626-5B0D07C88C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B0188-DF81-564F-B961-2FDEB9EBBB71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0527D-0B0D-B31D-67AF-6E1940FE4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9ADAB-8C70-2C68-F7A6-88F416A167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45EA77-EA8A-B947-A76B-78BC59398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735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ologycorner.com/anatomy/chap15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lumenlearning.com/suny-ap2/chapter/the-mouth-pharynx-and-esophagus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diagramLayout" Target="../diagrams/layout7.xml"/><Relationship Id="rId7" Type="http://schemas.openxmlformats.org/officeDocument/2006/relationships/image" Target="../media/image11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7.xml"/><Relationship Id="rId7" Type="http://schemas.microsoft.com/office/2007/relationships/diagramDrawing" Target="../diagrams/drawing2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7.xml"/><Relationship Id="rId5" Type="http://schemas.openxmlformats.org/officeDocument/2006/relationships/diagramQuickStyle" Target="../diagrams/quickStyle27.xml"/><Relationship Id="rId4" Type="http://schemas.openxmlformats.org/officeDocument/2006/relationships/diagramLayout" Target="../diagrams/layout2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C1994C-8C64-8D7F-6D82-6C397F1799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526671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 dirty="0">
                <a:solidFill>
                  <a:srgbClr val="FFFFFF"/>
                </a:solidFill>
              </a:rPr>
              <a:t>Upper GI Disorders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22A2E-D174-2D12-5EF2-CEAF675DEC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4975" y="4010790"/>
            <a:ext cx="6051236" cy="12418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Zoya Khan, DO</a:t>
            </a:r>
          </a:p>
          <a:p>
            <a:pPr algn="l"/>
            <a:r>
              <a:rPr lang="en-US" sz="1800" dirty="0">
                <a:solidFill>
                  <a:srgbClr val="FFFFFF"/>
                </a:solidFill>
              </a:rPr>
              <a:t>	Internal Medicine – Lakeland Regional Health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348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2587FE-0AFE-5971-C3E3-3BCAA1D23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US" sz="4000"/>
              <a:t>Learning Objectives</a:t>
            </a:r>
          </a:p>
        </p:txBody>
      </p:sp>
      <p:pic>
        <p:nvPicPr>
          <p:cNvPr id="7" name="Graphic 6" descr="Stethoscope">
            <a:extLst>
              <a:ext uri="{FF2B5EF4-FFF2-40B4-BE49-F238E27FC236}">
                <a16:creationId xmlns:a16="http://schemas.microsoft.com/office/drawing/2014/main" id="{C0B78DB8-C645-7954-CC0B-CFD1D6A77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5CB74-8F37-B566-6A05-A4ED6718E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r>
              <a:rPr lang="en-US" sz="1700"/>
              <a:t>Explain normal esophageal anatomy, motility &amp; anti-reflux physiology</a:t>
            </a:r>
          </a:p>
          <a:p>
            <a:r>
              <a:rPr lang="en-US" sz="1700"/>
              <a:t>Explain the pathophysiology of major esophageal disorders</a:t>
            </a:r>
          </a:p>
          <a:p>
            <a:r>
              <a:rPr lang="en-US" sz="1700"/>
              <a:t>Recognize alarm features</a:t>
            </a:r>
          </a:p>
          <a:p>
            <a:r>
              <a:rPr lang="en-US" sz="1700"/>
              <a:t>Differentiate mechanical from motility related dysphagia</a:t>
            </a:r>
          </a:p>
          <a:p>
            <a:r>
              <a:rPr lang="en-US" sz="1700"/>
              <a:t>Select the appropriate initial diagnostic test</a:t>
            </a:r>
          </a:p>
          <a:p>
            <a:r>
              <a:rPr lang="en-US" sz="1700"/>
              <a:t>Develop initial evidence-based medicine plans</a:t>
            </a:r>
          </a:p>
          <a:p>
            <a:r>
              <a:rPr lang="en-US" sz="1700"/>
              <a:t>Stabilize and evaluate patients with upper GI bleeding</a:t>
            </a:r>
          </a:p>
          <a:p>
            <a:endParaRPr lang="en-US" sz="17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5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13D34-FD60-30B6-B74D-45077A55C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Lecture Roadmap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A4C556-325D-E875-7C87-FB53CE6395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406936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319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-5"/>
            <a:ext cx="12193149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7DBC60-1FD0-C08A-FE3D-042BE62F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916632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Esophageal Anatomy &amp; Histology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C46B1-E4F8-C2A8-7DF7-4CA3952E4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7"/>
            <a:ext cx="8276026" cy="3685156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25 cm from upper esophageal sphincter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 gastric cardia</a:t>
            </a:r>
          </a:p>
          <a:p>
            <a:pPr lvl="1"/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Wingdings" pitchFamily="2" charset="2"/>
              </a:rPr>
              <a:t>Upper 1/3: skeletal muscle</a:t>
            </a:r>
          </a:p>
          <a:p>
            <a:pPr lvl="1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Middle 1/3: mixed skeletal + smooth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sym typeface="Wingdings" pitchFamily="2" charset="2"/>
              </a:rPr>
              <a:t>Lower 1/3: smooth muscle</a:t>
            </a:r>
          </a:p>
          <a:p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Lined by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nonkeratinized stratified squamous epithelium</a:t>
            </a:r>
          </a:p>
          <a:p>
            <a:pPr lvl="1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No serosa  perforation/mediastinal spread can be clinically severe</a:t>
            </a:r>
          </a:p>
          <a:p>
            <a:pPr marL="0" indent="0">
              <a:buNone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3" name="Picture 32" descr="A diagram of a person's body&#10;&#10;AI-generated content may be incorrect.">
            <a:extLst>
              <a:ext uri="{FF2B5EF4-FFF2-40B4-BE49-F238E27FC236}">
                <a16:creationId xmlns:a16="http://schemas.microsoft.com/office/drawing/2014/main" id="{AA594F8E-3E7C-DB7F-3859-CA6FC1163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451685" y="1877965"/>
            <a:ext cx="2660434" cy="423895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C0F0C1A-3EFF-86E5-90DA-006D70832DCB}"/>
              </a:ext>
            </a:extLst>
          </p:cNvPr>
          <p:cNvSpPr txBox="1"/>
          <p:nvPr/>
        </p:nvSpPr>
        <p:spPr>
          <a:xfrm>
            <a:off x="9744116" y="6227189"/>
            <a:ext cx="168464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hlinkClick r:id="rId3" tooltip="https://www.biologycorner.com/anatomy/chap15.html"/>
              </a:rPr>
              <a:t>This Photo</a:t>
            </a:r>
            <a:r>
              <a:rPr lang="en-US" sz="900" dirty="0"/>
              <a:t> by Unknown Author is licensed under </a:t>
            </a:r>
            <a:r>
              <a:rPr lang="en-US" sz="900" dirty="0">
                <a:hlinkClick r:id="rId4" tooltip="https://creativecommons.org/licenses/by-nc-sa/3.0/"/>
              </a:rPr>
              <a:t>CC BY-SA-NC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11009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9FA41-318F-A534-E270-830F547B3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Swallowing &amp; Anti-Reflux Physiology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44165-1947-3A5B-77BB-035C862DC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Swallowing phases:</a:t>
            </a:r>
          </a:p>
          <a:p>
            <a:pPr lvl="1"/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Oral = voluntary bolus prep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Pharyngeal = airway protection + upper sphincter relaxation</a:t>
            </a:r>
          </a:p>
          <a:p>
            <a:pPr lvl="1"/>
            <a:r>
              <a:rPr lang="en-US" dirty="0">
                <a:solidFill>
                  <a:srgbClr val="F08E1E"/>
                </a:solidFill>
              </a:rPr>
              <a:t>Esophageal = primary peristaltic propagation</a:t>
            </a:r>
          </a:p>
          <a:p>
            <a:pPr lvl="2"/>
            <a:r>
              <a:rPr lang="en-US" dirty="0"/>
              <a:t>Coordinated by </a:t>
            </a:r>
            <a:r>
              <a:rPr lang="en-US" dirty="0" err="1"/>
              <a:t>Vagus</a:t>
            </a:r>
            <a:r>
              <a:rPr lang="en-US" dirty="0"/>
              <a:t> nerve</a:t>
            </a:r>
          </a:p>
          <a:p>
            <a:pPr lvl="3"/>
            <a:r>
              <a:rPr lang="en-US" dirty="0"/>
              <a:t>Excitatory = Cholinergic neurons (</a:t>
            </a:r>
            <a:r>
              <a:rPr lang="en-US" dirty="0" err="1"/>
              <a:t>ACh</a:t>
            </a:r>
            <a:r>
              <a:rPr lang="en-US" dirty="0"/>
              <a:t>)</a:t>
            </a:r>
          </a:p>
          <a:p>
            <a:pPr lvl="3"/>
            <a:r>
              <a:rPr lang="en-US" dirty="0"/>
              <a:t>Inhibited by myenteric neurons (Release NO + VIP)</a:t>
            </a:r>
          </a:p>
          <a:p>
            <a:r>
              <a:rPr lang="en-US" dirty="0"/>
              <a:t>Anti-reflux barrier: </a:t>
            </a:r>
          </a:p>
          <a:p>
            <a:pPr lvl="1"/>
            <a:r>
              <a:rPr lang="en-US" dirty="0"/>
              <a:t>Lower esophageal sphincter (LES) pressure</a:t>
            </a:r>
          </a:p>
          <a:p>
            <a:pPr lvl="1"/>
            <a:r>
              <a:rPr lang="en-US" dirty="0"/>
              <a:t>Crural diaphragm</a:t>
            </a:r>
          </a:p>
          <a:p>
            <a:pPr lvl="1"/>
            <a:r>
              <a:rPr lang="en-US" dirty="0"/>
              <a:t>Intra-abdominal esophageal segment</a:t>
            </a:r>
          </a:p>
          <a:p>
            <a:pPr lvl="3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22630-F3D1-ED31-B389-F48850442C7A}"/>
              </a:ext>
            </a:extLst>
          </p:cNvPr>
          <p:cNvSpPr txBox="1"/>
          <p:nvPr/>
        </p:nvSpPr>
        <p:spPr>
          <a:xfrm>
            <a:off x="7885732" y="1922988"/>
            <a:ext cx="323850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Clearance: peristalsis + gravity</a:t>
            </a:r>
          </a:p>
        </p:txBody>
      </p:sp>
      <p:sp>
        <p:nvSpPr>
          <p:cNvPr id="5" name="5-Point Star 4">
            <a:extLst>
              <a:ext uri="{FF2B5EF4-FFF2-40B4-BE49-F238E27FC236}">
                <a16:creationId xmlns:a16="http://schemas.microsoft.com/office/drawing/2014/main" id="{CCAF65A9-7FAD-11DD-5746-A64F54B7E571}"/>
              </a:ext>
            </a:extLst>
          </p:cNvPr>
          <p:cNvSpPr/>
          <p:nvPr/>
        </p:nvSpPr>
        <p:spPr>
          <a:xfrm>
            <a:off x="7715250" y="1723530"/>
            <a:ext cx="340963" cy="32546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diagram of the body&#10;&#10;AI-generated content may be incorrect.">
            <a:extLst>
              <a:ext uri="{FF2B5EF4-FFF2-40B4-BE49-F238E27FC236}">
                <a16:creationId xmlns:a16="http://schemas.microsoft.com/office/drawing/2014/main" id="{A6461251-0F89-E153-5388-63CC9A8E0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715250" y="3429000"/>
            <a:ext cx="4333675" cy="244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429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-5"/>
            <a:ext cx="12193149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93223-CB67-BBCD-6A7D-D0AB75ECE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916632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Common Symptoms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AEAFE-F7D3-C724-5FDA-2D96D303D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7"/>
            <a:ext cx="8276026" cy="3685156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Heartburn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Regurgitation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Dysphagia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Odynophagia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Food Impaction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Non-cardiac chest pain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Hematemesis or melena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Chronic cough, hoarseness or throat clearing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Aspiration or recurrent pneumonia</a:t>
            </a:r>
          </a:p>
        </p:txBody>
      </p:sp>
    </p:spTree>
    <p:extLst>
      <p:ext uri="{BB962C8B-B14F-4D97-AF65-F5344CB8AC3E}">
        <p14:creationId xmlns:p14="http://schemas.microsoft.com/office/powerpoint/2010/main" val="2151830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B7D8C3-A678-04AB-4B20-273A11EE6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507"/>
            <a:ext cx="3494362" cy="4930986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accent1"/>
                </a:solidFill>
              </a:rPr>
              <a:t>Dysphagia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D7243-6883-BDF3-A772-28B6377BC2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6030" y="963507"/>
            <a:ext cx="6250940" cy="2304627"/>
          </a:xfrm>
        </p:spPr>
        <p:txBody>
          <a:bodyPr anchor="b">
            <a:normAutofit/>
          </a:bodyPr>
          <a:lstStyle/>
          <a:p>
            <a:r>
              <a:rPr lang="en-US" sz="2000" b="1" dirty="0"/>
              <a:t>Oropharyngeal</a:t>
            </a:r>
          </a:p>
          <a:p>
            <a:pPr lvl="1"/>
            <a:r>
              <a:rPr lang="en-US" sz="2000" dirty="0"/>
              <a:t>Difficulty initiating a swallow</a:t>
            </a:r>
          </a:p>
          <a:p>
            <a:pPr lvl="1"/>
            <a:r>
              <a:rPr lang="en-US" sz="2000" dirty="0"/>
              <a:t>Coughing, choking, nasal regurgitation</a:t>
            </a:r>
          </a:p>
          <a:p>
            <a:pPr lvl="1"/>
            <a:r>
              <a:rPr lang="en-US" sz="2000" dirty="0"/>
              <a:t>Wet/gurgling voice</a:t>
            </a:r>
          </a:p>
          <a:p>
            <a:pPr lvl="1"/>
            <a:r>
              <a:rPr lang="en-US" sz="2000" dirty="0"/>
              <a:t>Cause: neurologic or neuromuscular disease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BAC1D7-B5F6-1BB4-FCDD-AB116B30A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76030" y="3589866"/>
            <a:ext cx="6250940" cy="2304628"/>
          </a:xfrm>
        </p:spPr>
        <p:txBody>
          <a:bodyPr>
            <a:normAutofit/>
          </a:bodyPr>
          <a:lstStyle/>
          <a:p>
            <a:r>
              <a:rPr lang="en-US" sz="2000" b="1" dirty="0"/>
              <a:t>Esophageal</a:t>
            </a:r>
          </a:p>
          <a:p>
            <a:pPr lvl="1"/>
            <a:r>
              <a:rPr lang="en-US" sz="2000" dirty="0"/>
              <a:t>Swallowing begins normally </a:t>
            </a:r>
            <a:r>
              <a:rPr lang="en-US" sz="2000" dirty="0">
                <a:sym typeface="Wingdings" pitchFamily="2" charset="2"/>
              </a:rPr>
              <a:t> food feels stuck after swallowing</a:t>
            </a:r>
          </a:p>
          <a:p>
            <a:pPr lvl="1"/>
            <a:r>
              <a:rPr lang="en-US" sz="2000" dirty="0">
                <a:sym typeface="Wingdings" pitchFamily="2" charset="2"/>
              </a:rPr>
              <a:t>Causes: structural or motility disorder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50928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9BBA05-DDA3-8998-0217-F0B977483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Dysphagia: Solids vs Liquids?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00574-61F0-A4B7-E357-19C1DD134E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r>
              <a:rPr lang="en-US" sz="2000"/>
              <a:t>Solids first:</a:t>
            </a:r>
          </a:p>
          <a:p>
            <a:pPr lvl="1"/>
            <a:r>
              <a:rPr lang="en-US" sz="2000"/>
              <a:t>Peptic stricture</a:t>
            </a:r>
          </a:p>
          <a:p>
            <a:pPr lvl="1"/>
            <a:r>
              <a:rPr lang="en-US" sz="2000"/>
              <a:t>Schatzki ring</a:t>
            </a:r>
          </a:p>
          <a:p>
            <a:pPr lvl="1"/>
            <a:r>
              <a:rPr lang="en-US" sz="2000"/>
              <a:t>Eosinophilic esophagitis</a:t>
            </a:r>
          </a:p>
          <a:p>
            <a:pPr lvl="1"/>
            <a:r>
              <a:rPr lang="en-US" sz="2000"/>
              <a:t>Malignancy	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8A1C7-D9FC-E166-E273-3054A4714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>
            <a:normAutofit/>
          </a:bodyPr>
          <a:lstStyle/>
          <a:p>
            <a:r>
              <a:rPr lang="en-US" sz="2000" dirty="0"/>
              <a:t>Solids &amp; Liquids:</a:t>
            </a:r>
          </a:p>
          <a:p>
            <a:pPr lvl="1"/>
            <a:r>
              <a:rPr lang="en-US" sz="2000" dirty="0"/>
              <a:t>Achalasia</a:t>
            </a:r>
          </a:p>
          <a:p>
            <a:pPr lvl="1"/>
            <a:r>
              <a:rPr lang="en-US" sz="2000" dirty="0"/>
              <a:t>Diffuse esophageal spasm</a:t>
            </a:r>
          </a:p>
          <a:p>
            <a:pPr lvl="1"/>
            <a:r>
              <a:rPr lang="en-US" sz="2000" dirty="0"/>
              <a:t>Functional dysphagia</a:t>
            </a:r>
          </a:p>
          <a:p>
            <a:r>
              <a:rPr lang="en-US" sz="2000" dirty="0"/>
              <a:t>Intermittent solids</a:t>
            </a:r>
          </a:p>
          <a:p>
            <a:pPr lvl="1"/>
            <a:r>
              <a:rPr lang="en-US" sz="2000" dirty="0"/>
              <a:t>Rings</a:t>
            </a:r>
          </a:p>
          <a:p>
            <a:pPr lvl="1"/>
            <a:r>
              <a:rPr lang="en-US" sz="2000" dirty="0"/>
              <a:t>Eosinophilic esophagitis</a:t>
            </a:r>
          </a:p>
          <a:p>
            <a:pPr lvl="1"/>
            <a:r>
              <a:rPr lang="en-US" sz="2000" dirty="0"/>
              <a:t>Intermittent food bolus obstruction</a:t>
            </a:r>
          </a:p>
        </p:txBody>
      </p:sp>
    </p:spTree>
    <p:extLst>
      <p:ext uri="{BB962C8B-B14F-4D97-AF65-F5344CB8AC3E}">
        <p14:creationId xmlns:p14="http://schemas.microsoft.com/office/powerpoint/2010/main" val="876633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6E5AF-C3C1-A2E0-F7B9-F8479C15C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Dysphagia: Alarm Symptoms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98F69-6CFC-2060-1378-CC5D63311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0833"/>
            <a:ext cx="5096934" cy="416613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Progressive dysphagia</a:t>
            </a:r>
          </a:p>
          <a:p>
            <a:r>
              <a:rPr lang="en-US" sz="2000" dirty="0"/>
              <a:t>Odynophagia</a:t>
            </a:r>
          </a:p>
          <a:p>
            <a:r>
              <a:rPr lang="en-US" sz="2000" dirty="0"/>
              <a:t>Unintentional weight loss</a:t>
            </a:r>
          </a:p>
          <a:p>
            <a:r>
              <a:rPr lang="en-US" sz="2000" dirty="0"/>
              <a:t>Overt GI bleeding</a:t>
            </a:r>
          </a:p>
          <a:p>
            <a:r>
              <a:rPr lang="en-US" sz="2000" dirty="0"/>
              <a:t>Iron-deficiency anemia</a:t>
            </a:r>
          </a:p>
          <a:p>
            <a:r>
              <a:rPr lang="en-US" sz="2000" dirty="0"/>
              <a:t>Persistent Vomiting</a:t>
            </a:r>
          </a:p>
          <a:p>
            <a:r>
              <a:rPr lang="en-US" sz="2000" dirty="0"/>
              <a:t>Early satiety</a:t>
            </a:r>
          </a:p>
          <a:p>
            <a:r>
              <a:rPr lang="en-US" sz="2000" dirty="0"/>
              <a:t>Family </a:t>
            </a:r>
            <a:r>
              <a:rPr lang="en-US" sz="2000" dirty="0" err="1"/>
              <a:t>hx</a:t>
            </a:r>
            <a:r>
              <a:rPr lang="en-US" sz="2000" dirty="0"/>
              <a:t> of upper GI malignancy</a:t>
            </a:r>
          </a:p>
          <a:p>
            <a:r>
              <a:rPr lang="en-US" sz="2000" dirty="0"/>
              <a:t>Persistent adenopathy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2762E-EF76-7CBA-4B7E-B4CF91E133E1}"/>
              </a:ext>
            </a:extLst>
          </p:cNvPr>
          <p:cNvSpPr txBox="1"/>
          <p:nvPr/>
        </p:nvSpPr>
        <p:spPr>
          <a:xfrm>
            <a:off x="6256866" y="2010833"/>
            <a:ext cx="5096933" cy="141816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u="sng" dirty="0"/>
              <a:t>Current ASGE guidelines: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GERD + dysphagia, odynophagia, </a:t>
            </a:r>
            <a:r>
              <a:rPr lang="en-US" sz="2000" dirty="0" err="1"/>
              <a:t>wt</a:t>
            </a:r>
            <a:r>
              <a:rPr lang="en-US" sz="2000" dirty="0"/>
              <a:t> loss, bleeding, vomiting, unexplained iron-deficiency anemia = get EGD!</a:t>
            </a:r>
          </a:p>
        </p:txBody>
      </p:sp>
    </p:spTree>
    <p:extLst>
      <p:ext uri="{BB962C8B-B14F-4D97-AF65-F5344CB8AC3E}">
        <p14:creationId xmlns:p14="http://schemas.microsoft.com/office/powerpoint/2010/main" val="13062096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5AFDEA-2A04-811A-74C7-2CAFD8C20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1789D5-D7C9-D34A-407E-AB6BD160D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Dysphagia: History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545C-BB63-3933-C809-EB97915F1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Onset: </a:t>
            </a:r>
          </a:p>
          <a:p>
            <a:pPr lvl="1"/>
            <a:r>
              <a:rPr lang="en-US" sz="2000"/>
              <a:t>Acute vs. subacute vs. chronic</a:t>
            </a:r>
          </a:p>
          <a:p>
            <a:r>
              <a:rPr lang="en-US" sz="2000"/>
              <a:t>Progression vs. intermittent</a:t>
            </a:r>
          </a:p>
          <a:p>
            <a:r>
              <a:rPr lang="en-US" sz="2000"/>
              <a:t>Dysphagia to solids, liquids or both?</a:t>
            </a:r>
          </a:p>
          <a:p>
            <a:r>
              <a:rPr lang="en-US" sz="2000"/>
              <a:t>Food impactions</a:t>
            </a:r>
          </a:p>
          <a:p>
            <a:r>
              <a:rPr lang="en-US" sz="2000"/>
              <a:t>Atopy or asthma</a:t>
            </a:r>
          </a:p>
          <a:p>
            <a:r>
              <a:rPr lang="en-US" sz="2000"/>
              <a:t>Medications associated with pill esophagitis (NSAIDs, iron, bisphosphonates)</a:t>
            </a:r>
          </a:p>
          <a:p>
            <a:r>
              <a:rPr lang="en-US" sz="2000"/>
              <a:t>Immunosuppression</a:t>
            </a:r>
          </a:p>
          <a:p>
            <a:r>
              <a:rPr lang="en-US" sz="2000"/>
              <a:t>Alcohol use</a:t>
            </a:r>
          </a:p>
          <a:p>
            <a:r>
              <a:rPr lang="en-US" sz="2000"/>
              <a:t>Prior radiation, caustic injury or surgery</a:t>
            </a:r>
          </a:p>
        </p:txBody>
      </p:sp>
    </p:spTree>
    <p:extLst>
      <p:ext uri="{BB962C8B-B14F-4D97-AF65-F5344CB8AC3E}">
        <p14:creationId xmlns:p14="http://schemas.microsoft.com/office/powerpoint/2010/main" val="227867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288A57-A5FE-A459-0BE7-7A0F50515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ADE01-108D-95AB-22C8-2420449FF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Dysphagia: Examination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82CE5-8475-98EF-9B62-87C983C15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Hemodynamic status</a:t>
            </a:r>
          </a:p>
          <a:p>
            <a:r>
              <a:rPr lang="en-US" sz="2000"/>
              <a:t>Signs of malnutrition </a:t>
            </a:r>
            <a:r>
              <a:rPr lang="en-US" sz="2000">
                <a:sym typeface="Wingdings" pitchFamily="2" charset="2"/>
              </a:rPr>
              <a:t> temporal wasting, cachexia, scaphoid abdomen</a:t>
            </a:r>
            <a:endParaRPr lang="en-US" sz="2000"/>
          </a:p>
          <a:p>
            <a:r>
              <a:rPr lang="en-US" sz="2000"/>
              <a:t>Mouth </a:t>
            </a:r>
            <a:r>
              <a:rPr lang="en-US" sz="2000">
                <a:sym typeface="Wingdings" pitchFamily="2" charset="2"/>
              </a:rPr>
              <a:t> </a:t>
            </a:r>
            <a:r>
              <a:rPr lang="en-US" sz="2000"/>
              <a:t>oral candidiasis</a:t>
            </a:r>
          </a:p>
          <a:p>
            <a:r>
              <a:rPr lang="en-US" sz="2000"/>
              <a:t>Neck </a:t>
            </a:r>
            <a:r>
              <a:rPr lang="en-US" sz="2000">
                <a:sym typeface="Wingdings" pitchFamily="2" charset="2"/>
              </a:rPr>
              <a:t> cervical masses/lymphadenopathy</a:t>
            </a:r>
          </a:p>
          <a:p>
            <a:r>
              <a:rPr lang="en-US" sz="2000">
                <a:sym typeface="Wingdings" pitchFamily="2" charset="2"/>
              </a:rPr>
              <a:t>Neurologic findings  swallowing difficulty</a:t>
            </a:r>
          </a:p>
          <a:p>
            <a:r>
              <a:rPr lang="en-US" sz="2000">
                <a:sym typeface="Wingdings" pitchFamily="2" charset="2"/>
              </a:rPr>
              <a:t>Lungs  evidence of aspiration</a:t>
            </a:r>
          </a:p>
          <a:p>
            <a:r>
              <a:rPr lang="en-US" sz="2000">
                <a:sym typeface="Wingdings" pitchFamily="2" charset="2"/>
              </a:rPr>
              <a:t>Stigmata of chronic liver disease  jaundice, spider angiomata, gynecomastia 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180054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E1626D-960B-5448-6697-8FEDE28A6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Dysphagia: Diagnostic Tools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A48E94D4-19A9-BCE4-DC3B-3FCB05352D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133357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2196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C8333A-3C86-F092-4C8A-9580C9640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Dysphagia: Diagnostic Pathway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1D724-6D9A-32C4-470E-38DA9F401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 marL="514350" indent="-514350">
              <a:buAutoNum type="arabicPeriod"/>
            </a:pPr>
            <a:r>
              <a:rPr lang="en-US" sz="1800" dirty="0">
                <a:solidFill>
                  <a:schemeClr val="tx2"/>
                </a:solidFill>
              </a:rPr>
              <a:t>Determine </a:t>
            </a:r>
            <a:r>
              <a:rPr lang="en-US" sz="1800" dirty="0">
                <a:solidFill>
                  <a:srgbClr val="FF0000"/>
                </a:solidFill>
              </a:rPr>
              <a:t>oropharyngeal</a:t>
            </a:r>
            <a:r>
              <a:rPr lang="en-US" sz="1800" dirty="0">
                <a:solidFill>
                  <a:schemeClr val="tx2"/>
                </a:solidFill>
              </a:rPr>
              <a:t> vs. </a:t>
            </a:r>
            <a:r>
              <a:rPr lang="en-US" sz="1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esophageal</a:t>
            </a:r>
          </a:p>
          <a:p>
            <a:pPr marL="514350" indent="-514350">
              <a:buAutoNum type="arabicPeriod"/>
            </a:pPr>
            <a:r>
              <a:rPr lang="en-US" sz="1800" dirty="0">
                <a:solidFill>
                  <a:schemeClr val="tx2"/>
                </a:solidFill>
              </a:rPr>
              <a:t>Identify alarm symptoms </a:t>
            </a:r>
            <a:r>
              <a:rPr lang="en-US" sz="1800" dirty="0">
                <a:solidFill>
                  <a:schemeClr val="tx2"/>
                </a:solidFill>
                <a:sym typeface="Wingdings" pitchFamily="2" charset="2"/>
              </a:rPr>
              <a:t> EGD</a:t>
            </a:r>
          </a:p>
          <a:p>
            <a:pPr marL="514350" indent="-514350">
              <a:buAutoNum type="arabicPeriod"/>
            </a:pPr>
            <a:r>
              <a:rPr lang="en-US" sz="1800" dirty="0">
                <a:solidFill>
                  <a:schemeClr val="tx2"/>
                </a:solidFill>
                <a:sym typeface="Wingdings" pitchFamily="2" charset="2"/>
              </a:rPr>
              <a:t>Persistent esophageal dysphagia  EGD</a:t>
            </a:r>
          </a:p>
          <a:p>
            <a:pPr lvl="1"/>
            <a:r>
              <a:rPr lang="en-US" sz="1800" dirty="0">
                <a:solidFill>
                  <a:schemeClr val="tx2"/>
                </a:solidFill>
                <a:sym typeface="Wingdings" pitchFamily="2" charset="2"/>
              </a:rPr>
              <a:t>Add barium </a:t>
            </a:r>
            <a:r>
              <a:rPr lang="en-US" sz="1800" dirty="0" err="1">
                <a:solidFill>
                  <a:schemeClr val="tx2"/>
                </a:solidFill>
                <a:sym typeface="Wingdings" pitchFamily="2" charset="2"/>
              </a:rPr>
              <a:t>esophagram</a:t>
            </a:r>
            <a:r>
              <a:rPr lang="en-US" sz="1800" dirty="0">
                <a:solidFill>
                  <a:schemeClr val="tx2"/>
                </a:solidFill>
                <a:sym typeface="Wingdings" pitchFamily="2" charset="2"/>
              </a:rPr>
              <a:t> if:</a:t>
            </a:r>
          </a:p>
          <a:p>
            <a:pPr lvl="2"/>
            <a:r>
              <a:rPr lang="en-US" sz="1800" dirty="0">
                <a:solidFill>
                  <a:schemeClr val="tx2"/>
                </a:solidFill>
                <a:sym typeface="Wingdings" pitchFamily="2" charset="2"/>
              </a:rPr>
              <a:t>Zenker diverticulum suspected</a:t>
            </a:r>
          </a:p>
          <a:p>
            <a:pPr lvl="2"/>
            <a:r>
              <a:rPr lang="en-US" sz="1800" dirty="0">
                <a:solidFill>
                  <a:schemeClr val="tx2"/>
                </a:solidFill>
                <a:sym typeface="Wingdings" pitchFamily="2" charset="2"/>
              </a:rPr>
              <a:t>Subtle ring</a:t>
            </a:r>
          </a:p>
          <a:p>
            <a:pPr marL="514350" indent="-514350">
              <a:buAutoNum type="arabicPeriod"/>
            </a:pPr>
            <a:r>
              <a:rPr lang="en-US" sz="1800" dirty="0">
                <a:solidFill>
                  <a:schemeClr val="tx2"/>
                </a:solidFill>
                <a:sym typeface="Wingdings" pitchFamily="2" charset="2"/>
              </a:rPr>
              <a:t>If EGD does not explain dysphagia 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esophageal manometry</a:t>
            </a:r>
          </a:p>
          <a:p>
            <a:pPr marL="514350" indent="-514350">
              <a:buAutoNum type="arabicPeriod"/>
            </a:pPr>
            <a:r>
              <a:rPr lang="en-US" sz="1800" dirty="0">
                <a:solidFill>
                  <a:schemeClr val="tx2"/>
                </a:solidFill>
                <a:sym typeface="Wingdings" pitchFamily="2" charset="2"/>
              </a:rPr>
              <a:t>Consider </a:t>
            </a:r>
            <a:r>
              <a:rPr lang="en-US" sz="1800" dirty="0">
                <a:solidFill>
                  <a:schemeClr val="accent5">
                    <a:lumMod val="60000"/>
                    <a:lumOff val="40000"/>
                  </a:schemeClr>
                </a:solidFill>
                <a:sym typeface="Wingdings" pitchFamily="2" charset="2"/>
              </a:rPr>
              <a:t>CT or endoscopic ultrasound </a:t>
            </a:r>
            <a:r>
              <a:rPr lang="en-US" sz="1800" dirty="0">
                <a:solidFill>
                  <a:schemeClr val="tx2"/>
                </a:solidFill>
                <a:sym typeface="Wingdings" pitchFamily="2" charset="2"/>
              </a:rPr>
              <a:t>when malignancy suspected </a:t>
            </a:r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951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DCFB93-A609-F10E-0072-702145151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GERD &amp; Barrett’s Esophagus</a:t>
            </a:r>
          </a:p>
        </p:txBody>
      </p:sp>
      <p:pic>
        <p:nvPicPr>
          <p:cNvPr id="7" name="Graphic 6" descr="Stomach">
            <a:extLst>
              <a:ext uri="{FF2B5EF4-FFF2-40B4-BE49-F238E27FC236}">
                <a16:creationId xmlns:a16="http://schemas.microsoft.com/office/drawing/2014/main" id="{2BB60D3D-6EB1-3ED5-2AD0-F6AD4CACB2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84772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F8890F-8846-F3BA-95A3-E92AD38DC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4600"/>
              <a:t>GERD &amp; Barrett’s Esophagus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F6766-EAA7-1557-BB2D-8DCE66FD0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2400"/>
              <a:t>When reflux of gastric contents produces troublesome symptoms</a:t>
            </a:r>
          </a:p>
          <a:p>
            <a:pPr lvl="1"/>
            <a:r>
              <a:rPr lang="en-US"/>
              <a:t>Common phenotypes:</a:t>
            </a:r>
          </a:p>
          <a:p>
            <a:pPr lvl="2"/>
            <a:r>
              <a:rPr lang="en-US" sz="2400"/>
              <a:t>Non-erosive reflux</a:t>
            </a:r>
          </a:p>
          <a:p>
            <a:pPr lvl="2"/>
            <a:r>
              <a:rPr lang="en-US" sz="2400"/>
              <a:t>Erosive esophagitis</a:t>
            </a:r>
          </a:p>
          <a:p>
            <a:pPr lvl="2"/>
            <a:r>
              <a:rPr lang="en-US" sz="2400"/>
              <a:t>Barrett’s esophagus</a:t>
            </a:r>
          </a:p>
        </p:txBody>
      </p:sp>
    </p:spTree>
    <p:extLst>
      <p:ext uri="{BB962C8B-B14F-4D97-AF65-F5344CB8AC3E}">
        <p14:creationId xmlns:p14="http://schemas.microsoft.com/office/powerpoint/2010/main" val="3857325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4CF655-894D-C611-A235-F72634A50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A75693-E242-B31B-3506-5FEB9ABEC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GERD Pathophysiology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8533E-B16B-FB09-04CF-89ACF882A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7456"/>
            <a:ext cx="5097780" cy="379574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Failure of anti-reflux barrier:</a:t>
            </a:r>
          </a:p>
          <a:p>
            <a:pPr lvl="1"/>
            <a:r>
              <a:rPr lang="en-US" dirty="0"/>
              <a:t>Transient LES relaxation</a:t>
            </a:r>
          </a:p>
          <a:p>
            <a:pPr lvl="1"/>
            <a:r>
              <a:rPr lang="en-US" dirty="0"/>
              <a:t>Hiatal hernia separating LES from the diaphragm</a:t>
            </a:r>
          </a:p>
          <a:p>
            <a:pPr lvl="1"/>
            <a:r>
              <a:rPr lang="en-US" dirty="0"/>
              <a:t>Increased intra-</a:t>
            </a:r>
            <a:r>
              <a:rPr lang="en-US" dirty="0" err="1"/>
              <a:t>abd</a:t>
            </a:r>
            <a:r>
              <a:rPr lang="en-US" dirty="0"/>
              <a:t> pressure (obesity)</a:t>
            </a:r>
          </a:p>
          <a:p>
            <a:pPr lvl="1"/>
            <a:r>
              <a:rPr lang="en-US" dirty="0"/>
              <a:t>Delayed gastric emptying</a:t>
            </a:r>
          </a:p>
          <a:p>
            <a:pPr lvl="1"/>
            <a:r>
              <a:rPr lang="en-US" dirty="0"/>
              <a:t>Mucosal sensitivity &amp; impaired epithelial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B529F9-10F1-78C4-BC9E-1CD13C6029A5}"/>
              </a:ext>
            </a:extLst>
          </p:cNvPr>
          <p:cNvSpPr txBox="1"/>
          <p:nvPr/>
        </p:nvSpPr>
        <p:spPr>
          <a:xfrm>
            <a:off x="6256020" y="2177456"/>
            <a:ext cx="5097780" cy="3795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Causes of ↓ LES tone: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Coffee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Tobacco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Alcohol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CCBs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Nitrates</a:t>
            </a:r>
          </a:p>
        </p:txBody>
      </p:sp>
      <p:sp>
        <p:nvSpPr>
          <p:cNvPr id="6" name="5-Point Star 5">
            <a:extLst>
              <a:ext uri="{FF2B5EF4-FFF2-40B4-BE49-F238E27FC236}">
                <a16:creationId xmlns:a16="http://schemas.microsoft.com/office/drawing/2014/main" id="{05009E3A-A44B-ED75-221C-C654160BAD1C}"/>
              </a:ext>
            </a:extLst>
          </p:cNvPr>
          <p:cNvSpPr/>
          <p:nvPr/>
        </p:nvSpPr>
        <p:spPr>
          <a:xfrm>
            <a:off x="5935980" y="1993940"/>
            <a:ext cx="516636" cy="578779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371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631433-4048-DC89-A9E9-F1AD8D93C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FBAD6F-C08C-98DF-0B2C-74A012DB2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56" y="1444741"/>
            <a:ext cx="9357865" cy="10419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GERD: Clinical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86E2D-97D0-540D-3FC6-4B999DDBE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656" y="2701427"/>
            <a:ext cx="4483324" cy="26999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Typical sx:</a:t>
            </a:r>
          </a:p>
          <a:p>
            <a:pPr lvl="1"/>
            <a:r>
              <a:rPr lang="en-US" sz="1600"/>
              <a:t>Heartburn</a:t>
            </a:r>
          </a:p>
          <a:p>
            <a:pPr lvl="1"/>
            <a:r>
              <a:rPr lang="en-US" sz="1600"/>
              <a:t>Regurgitation</a:t>
            </a:r>
          </a:p>
          <a:p>
            <a:pPr lvl="1"/>
            <a:r>
              <a:rPr lang="en-US" sz="1600"/>
              <a:t>Postprandial or positional symptoms</a:t>
            </a:r>
          </a:p>
          <a:p>
            <a:r>
              <a:rPr lang="en-US" sz="1600"/>
              <a:t>Extra-esophageal manifestations</a:t>
            </a:r>
          </a:p>
          <a:p>
            <a:pPr lvl="1"/>
            <a:r>
              <a:rPr lang="en-US" sz="1600"/>
              <a:t>Chronic cough</a:t>
            </a:r>
          </a:p>
          <a:p>
            <a:pPr lvl="1"/>
            <a:r>
              <a:rPr lang="en-US" sz="1600"/>
              <a:t>Laryngitis</a:t>
            </a:r>
          </a:p>
          <a:p>
            <a:pPr lvl="1"/>
            <a:r>
              <a:rPr lang="en-US" sz="1600"/>
              <a:t>Asthma exacerbation</a:t>
            </a:r>
          </a:p>
          <a:p>
            <a:pPr lvl="1"/>
            <a:r>
              <a:rPr lang="en-US" sz="1600"/>
              <a:t>Dental erosions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6E0067-B7C2-B960-91A4-6B6B2FBB53C9}"/>
              </a:ext>
            </a:extLst>
          </p:cNvPr>
          <p:cNvSpPr txBox="1"/>
          <p:nvPr/>
        </p:nvSpPr>
        <p:spPr>
          <a:xfrm>
            <a:off x="6256020" y="2701427"/>
            <a:ext cx="4554501" cy="2699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Avoid assuming GERD; r/u pulm/ENT/allergy causes first!</a:t>
            </a:r>
          </a:p>
        </p:txBody>
      </p:sp>
      <p:sp>
        <p:nvSpPr>
          <p:cNvPr id="6" name="5-Point Star 5">
            <a:extLst>
              <a:ext uri="{FF2B5EF4-FFF2-40B4-BE49-F238E27FC236}">
                <a16:creationId xmlns:a16="http://schemas.microsoft.com/office/drawing/2014/main" id="{65B72D53-8A42-7D27-28C9-F1B57A59A9CB}"/>
              </a:ext>
            </a:extLst>
          </p:cNvPr>
          <p:cNvSpPr/>
          <p:nvPr/>
        </p:nvSpPr>
        <p:spPr>
          <a:xfrm>
            <a:off x="6096000" y="2486642"/>
            <a:ext cx="490780" cy="520029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09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A7B4AC-DBB8-FB63-A5F4-6FF87E271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0CE4A6-0894-FC09-E4FD-AF152979A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GERD: Diagnosis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BA9530E0-A7D6-95FE-DF18-7E1CA5AF9C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937250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6735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46D73-0EFB-D4E7-516D-2060B7211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EA9F6-2577-CA33-DF15-BA962935D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GERD: Management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0F3FAFC-46DD-6204-070C-75615110339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193B557-8967-3084-BC72-1875FA74430B}"/>
              </a:ext>
            </a:extLst>
          </p:cNvPr>
          <p:cNvSpPr txBox="1"/>
          <p:nvPr/>
        </p:nvSpPr>
        <p:spPr>
          <a:xfrm>
            <a:off x="7978140" y="365125"/>
            <a:ext cx="337566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Long Term PPI Risks:</a:t>
            </a:r>
          </a:p>
          <a:p>
            <a:pPr marL="285750" indent="-285750">
              <a:buFontTx/>
              <a:buChar char="-"/>
            </a:pPr>
            <a:r>
              <a:rPr lang="en-US" dirty="0"/>
              <a:t>Hypomagnesemia</a:t>
            </a:r>
          </a:p>
          <a:p>
            <a:pPr marL="285750" indent="-285750">
              <a:buFontTx/>
              <a:buChar char="-"/>
            </a:pPr>
            <a:r>
              <a:rPr lang="en-US" dirty="0"/>
              <a:t>Dec. B12 absorption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Dec. Bone density </a:t>
            </a:r>
          </a:p>
        </p:txBody>
      </p:sp>
    </p:spTree>
    <p:extLst>
      <p:ext uri="{BB962C8B-B14F-4D97-AF65-F5344CB8AC3E}">
        <p14:creationId xmlns:p14="http://schemas.microsoft.com/office/powerpoint/2010/main" val="2737337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72334-EF3B-5861-FAF6-073DE18C2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700">
                <a:solidFill>
                  <a:srgbClr val="FFFFFF"/>
                </a:solidFill>
              </a:rPr>
              <a:t>GERD: Long-Term Complications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987CC9-A8FE-3518-E457-36B141B618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699265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0781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0D54D8-AAD3-992E-38D5-D33DFA1CA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76400"/>
            <a:ext cx="3810000" cy="3505200"/>
          </a:xfrm>
        </p:spPr>
        <p:txBody>
          <a:bodyPr anchor="t">
            <a:normAutofit/>
          </a:bodyPr>
          <a:lstStyle/>
          <a:p>
            <a:r>
              <a:rPr lang="en-US" sz="4000"/>
              <a:t>Barrett’s Esophagus: Pathophysiology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24333-5691-AAE9-C737-634E2D064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4" y="1676400"/>
            <a:ext cx="5638796" cy="3505200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tx1">
                    <a:alpha val="55000"/>
                  </a:schemeClr>
                </a:solidFill>
              </a:rPr>
              <a:t>Chronic reflux </a:t>
            </a:r>
            <a:r>
              <a:rPr lang="en-US" sz="2200" dirty="0">
                <a:solidFill>
                  <a:schemeClr val="tx1">
                    <a:alpha val="55000"/>
                  </a:schemeClr>
                </a:solidFill>
                <a:sym typeface="Wingdings" pitchFamily="2" charset="2"/>
              </a:rPr>
              <a:t> acid/bile reaches squamous mucosa </a:t>
            </a:r>
          </a:p>
          <a:p>
            <a:pPr lvl="1"/>
            <a:r>
              <a:rPr lang="en-US" sz="2200" dirty="0">
                <a:solidFill>
                  <a:schemeClr val="tx1">
                    <a:alpha val="55000"/>
                  </a:schemeClr>
                </a:solidFill>
                <a:sym typeface="Wingdings" pitchFamily="2" charset="2"/>
              </a:rPr>
              <a:t>Normal squamous  columnar epithelium </a:t>
            </a:r>
          </a:p>
          <a:p>
            <a:r>
              <a:rPr lang="en-US" sz="2200" dirty="0">
                <a:solidFill>
                  <a:schemeClr val="tx1">
                    <a:alpha val="55000"/>
                  </a:schemeClr>
                </a:solidFill>
                <a:sym typeface="Wingdings" pitchFamily="2" charset="2"/>
              </a:rPr>
              <a:t>Progression sequence</a:t>
            </a:r>
          </a:p>
          <a:p>
            <a:pPr lvl="1"/>
            <a:r>
              <a:rPr lang="en-US" sz="2200" dirty="0">
                <a:solidFill>
                  <a:schemeClr val="tx1">
                    <a:alpha val="55000"/>
                  </a:schemeClr>
                </a:solidFill>
                <a:sym typeface="Wingdings" pitchFamily="2" charset="2"/>
              </a:rPr>
              <a:t>Intestinal metaplasia  low-grade dysplasia  high-grade dysplasia  intramucosal adenocarcinoma  invasive adenocarcinoma </a:t>
            </a:r>
          </a:p>
          <a:p>
            <a:r>
              <a:rPr lang="en-US" sz="2200" dirty="0">
                <a:solidFill>
                  <a:schemeClr val="tx1">
                    <a:alpha val="55000"/>
                  </a:schemeClr>
                </a:solidFill>
                <a:sym typeface="Wingdings" pitchFamily="2" charset="2"/>
              </a:rPr>
              <a:t>Molecular abnormalities: p53 pathway</a:t>
            </a:r>
          </a:p>
          <a:p>
            <a:pPr marL="914400" lvl="2" indent="0">
              <a:buNone/>
            </a:pPr>
            <a:endParaRPr lang="en-US" sz="2200" dirty="0">
              <a:solidFill>
                <a:schemeClr val="tx1">
                  <a:alpha val="55000"/>
                </a:schemeClr>
              </a:solidFill>
            </a:endParaRPr>
          </a:p>
        </p:txBody>
      </p:sp>
      <p:pic>
        <p:nvPicPr>
          <p:cNvPr id="4" name="Picture 4" descr="Barrett's Esophagus: Symptoms, Causes, Treatment &amp; More">
            <a:extLst>
              <a:ext uri="{FF2B5EF4-FFF2-40B4-BE49-F238E27FC236}">
                <a16:creationId xmlns:a16="http://schemas.microsoft.com/office/drawing/2014/main" id="{D5A25784-9920-8EBF-D18B-0DA1FEA65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730701"/>
            <a:ext cx="4267204" cy="284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4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FB5E1A-7091-C5DB-C72A-5C81694DA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5E721E-4EEC-B6E4-DD79-E257C9804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Barrett’s Esophagus: Screening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EE585-00AF-FC6F-3414-4A9DC0901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185" y="2502915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High risk population:</a:t>
            </a:r>
          </a:p>
          <a:p>
            <a:pPr lvl="1"/>
            <a:r>
              <a:rPr lang="en-US" sz="2000" dirty="0"/>
              <a:t>male</a:t>
            </a:r>
          </a:p>
          <a:p>
            <a:pPr lvl="1"/>
            <a:r>
              <a:rPr lang="en-US" sz="2000" dirty="0"/>
              <a:t>&gt;50 y/o</a:t>
            </a:r>
          </a:p>
          <a:p>
            <a:pPr lvl="1"/>
            <a:r>
              <a:rPr lang="en-US" sz="2000" dirty="0"/>
              <a:t>White</a:t>
            </a:r>
          </a:p>
          <a:p>
            <a:pPr lvl="1"/>
            <a:r>
              <a:rPr lang="en-US" sz="2000" dirty="0"/>
              <a:t>Tobacco</a:t>
            </a:r>
          </a:p>
          <a:p>
            <a:pPr lvl="1"/>
            <a:r>
              <a:rPr lang="en-US" sz="2000" dirty="0"/>
              <a:t>Obesity</a:t>
            </a:r>
          </a:p>
          <a:p>
            <a:pPr lvl="1"/>
            <a:r>
              <a:rPr lang="en-US" sz="2000" dirty="0"/>
              <a:t>1</a:t>
            </a:r>
            <a:r>
              <a:rPr lang="en-US" sz="2000" baseline="30000" dirty="0"/>
              <a:t>st</a:t>
            </a:r>
            <a:r>
              <a:rPr lang="en-US" sz="2000" dirty="0"/>
              <a:t> degree family relative w/ Barrett’s or </a:t>
            </a:r>
          </a:p>
          <a:p>
            <a:pPr marL="457200" lvl="1" indent="0">
              <a:buNone/>
            </a:pPr>
            <a:r>
              <a:rPr lang="en-US" sz="2000" dirty="0"/>
              <a:t>esophageal malignancy </a:t>
            </a:r>
          </a:p>
          <a:p>
            <a:r>
              <a:rPr lang="en-US" sz="2000" dirty="0"/>
              <a:t>EGD in:</a:t>
            </a:r>
          </a:p>
          <a:p>
            <a:pPr lvl="1"/>
            <a:r>
              <a:rPr lang="en-US" sz="2000" dirty="0">
                <a:sym typeface="Wingdings" pitchFamily="2" charset="2"/>
              </a:rPr>
              <a:t>Chronic GERD</a:t>
            </a:r>
          </a:p>
          <a:p>
            <a:pPr lvl="1"/>
            <a:endParaRPr lang="en-US" sz="2000" dirty="0">
              <a:sym typeface="Wingdings" pitchFamily="2" charset="2"/>
            </a:endParaRPr>
          </a:p>
          <a:p>
            <a:pPr marL="914400" lvl="2" indent="0">
              <a:buNone/>
            </a:pPr>
            <a:endParaRPr lang="en-US" dirty="0"/>
          </a:p>
        </p:txBody>
      </p:sp>
      <p:pic>
        <p:nvPicPr>
          <p:cNvPr id="1030" name="Picture 6" descr="Barrett's Esophagus | Garnet Health | Mid-Hudson Healthcare System |  Hospitals in Middletown, Harris and Callicoon, NY">
            <a:extLst>
              <a:ext uri="{FF2B5EF4-FFF2-40B4-BE49-F238E27FC236}">
                <a16:creationId xmlns:a16="http://schemas.microsoft.com/office/drawing/2014/main" id="{A7CF1CDD-B893-27F9-D432-86E58EB93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984" y="2171700"/>
            <a:ext cx="6026884" cy="4264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27739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32EFB2-8F78-A1E6-6175-D9C0714D0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E5E7E-D0BF-E244-9BBF-6891DAEEA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4600" dirty="0"/>
              <a:t>Barrett’s Esophagus: Diagnosis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04CAA-E602-06F4-B564-E66891291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2400" dirty="0">
                <a:sym typeface="Wingdings" pitchFamily="2" charset="2"/>
              </a:rPr>
              <a:t>EGD:</a:t>
            </a:r>
          </a:p>
          <a:p>
            <a:pPr lvl="1"/>
            <a:r>
              <a:rPr lang="en-US" dirty="0">
                <a:sym typeface="Wingdings" pitchFamily="2" charset="2"/>
              </a:rPr>
              <a:t>Visible </a:t>
            </a:r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columnar mucosa </a:t>
            </a:r>
            <a:r>
              <a:rPr lang="en-US" dirty="0">
                <a:sym typeface="Wingdings" pitchFamily="2" charset="2"/>
              </a:rPr>
              <a:t>in the esophagus</a:t>
            </a:r>
          </a:p>
          <a:p>
            <a:pPr lvl="2"/>
            <a:r>
              <a:rPr lang="en-US" sz="2400" dirty="0">
                <a:sym typeface="Wingdings" pitchFamily="2" charset="2"/>
              </a:rPr>
              <a:t>Histology intestinal metaplasia</a:t>
            </a:r>
          </a:p>
        </p:txBody>
      </p:sp>
    </p:spTree>
    <p:extLst>
      <p:ext uri="{BB962C8B-B14F-4D97-AF65-F5344CB8AC3E}">
        <p14:creationId xmlns:p14="http://schemas.microsoft.com/office/powerpoint/2010/main" val="3104216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95CD0-6F81-5808-B1F2-41ABDADB6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030A3-2BEC-53A6-E988-C79D67D51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Barrett’s Esophagus: Management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C8B067-60F2-778B-B76B-EF7DB9A0F2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276140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489759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068381-B908-5B5C-98AC-F0C582777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/>
              <a:t>Esophagitis &amp; Strictures</a:t>
            </a:r>
          </a:p>
        </p:txBody>
      </p:sp>
    </p:spTree>
    <p:extLst>
      <p:ext uri="{BB962C8B-B14F-4D97-AF65-F5344CB8AC3E}">
        <p14:creationId xmlns:p14="http://schemas.microsoft.com/office/powerpoint/2010/main" val="3124674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0F24D38-B79E-44B4-830E-043F45D9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3AC27-6CDF-F5C8-640B-77A91979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0742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Esophagitis &amp; Strictures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469874-256B-45B3-A79C-7591B4BA1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ADFAE-FBAB-9B78-5BCE-4161A9590F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66345"/>
            <a:ext cx="5097780" cy="3910617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Types: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Reflux esophagitis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Eosinophilic Esophagitis (EoE)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Pill-induced Esophagitis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Infectious Esophagitis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Radiation Esophagitis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Caustic injury</a:t>
            </a:r>
          </a:p>
          <a:p>
            <a:pPr lvl="1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F503F5-C8C1-51DD-5E01-06EAB6346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266345"/>
            <a:ext cx="5097780" cy="3910618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Clinical clues: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Heartburn </a:t>
            </a:r>
            <a:r>
              <a:rPr lang="en-US">
                <a:solidFill>
                  <a:srgbClr val="FFFFFF"/>
                </a:solidFill>
                <a:sym typeface="Wingdings" pitchFamily="2" charset="2"/>
              </a:rPr>
              <a:t> suggest reflux </a:t>
            </a:r>
            <a:endParaRPr lang="en-US">
              <a:solidFill>
                <a:srgbClr val="FFFFFF"/>
              </a:solidFill>
            </a:endParaRPr>
          </a:p>
          <a:p>
            <a:pPr lvl="1"/>
            <a:r>
              <a:rPr lang="en-US">
                <a:solidFill>
                  <a:srgbClr val="FFFFFF"/>
                </a:solidFill>
              </a:rPr>
              <a:t>Odynophagia </a:t>
            </a:r>
            <a:r>
              <a:rPr lang="en-US">
                <a:solidFill>
                  <a:srgbClr val="FFFFFF"/>
                </a:solidFill>
                <a:sym typeface="Wingdings" pitchFamily="2" charset="2"/>
              </a:rPr>
              <a:t> suggests mucosal injury </a:t>
            </a:r>
          </a:p>
          <a:p>
            <a:pPr lvl="1"/>
            <a:r>
              <a:rPr lang="en-US">
                <a:solidFill>
                  <a:srgbClr val="FFFFFF"/>
                </a:solidFill>
                <a:sym typeface="Wingdings" pitchFamily="2" charset="2"/>
              </a:rPr>
              <a:t>Food impaction  EoE or structural narrowing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4128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9DE5B0-4CEE-5359-FE17-A3E0653D1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FE6ED-3F83-3A62-AAAA-4ACC51B81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Reflux Esophagitis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9EF72-86BE-71B2-C35A-58F9951F1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0833"/>
            <a:ext cx="5096934" cy="4166130"/>
          </a:xfrm>
        </p:spPr>
        <p:txBody>
          <a:bodyPr>
            <a:normAutofit/>
          </a:bodyPr>
          <a:lstStyle/>
          <a:p>
            <a:r>
              <a:rPr lang="en-US" sz="2000"/>
              <a:t>Pathophysiology</a:t>
            </a:r>
          </a:p>
          <a:p>
            <a:pPr lvl="1"/>
            <a:r>
              <a:rPr lang="en-US" sz="2000"/>
              <a:t>Prolonged acid + pepsin contact</a:t>
            </a:r>
          </a:p>
          <a:p>
            <a:pPr lvl="1"/>
            <a:r>
              <a:rPr lang="en-US" sz="2000"/>
              <a:t>Disruption of epithelial tight junctions</a:t>
            </a:r>
          </a:p>
          <a:p>
            <a:pPr lvl="1"/>
            <a:r>
              <a:rPr lang="en-US" sz="2000"/>
              <a:t>Erosions </a:t>
            </a:r>
            <a:r>
              <a:rPr lang="en-US" sz="2000">
                <a:sym typeface="Wingdings" pitchFamily="2" charset="2"/>
              </a:rPr>
              <a:t> ulceration, bleeding, fibrosis, Barretts</a:t>
            </a:r>
          </a:p>
          <a:p>
            <a:pPr lvl="1"/>
            <a:endParaRPr lang="en-US" sz="2000">
              <a:sym typeface="Wingdings" pitchFamily="2" charset="2"/>
            </a:endParaRPr>
          </a:p>
          <a:p>
            <a:r>
              <a:rPr lang="en-US" sz="2000">
                <a:sym typeface="Wingdings" pitchFamily="2" charset="2"/>
              </a:rPr>
              <a:t>Endoscopic Grading</a:t>
            </a:r>
          </a:p>
          <a:p>
            <a:pPr lvl="1"/>
            <a:r>
              <a:rPr lang="en-US" sz="2000">
                <a:sym typeface="Wingdings" pitchFamily="2" charset="2"/>
              </a:rPr>
              <a:t>Los Angeles Grades A-D </a:t>
            </a:r>
          </a:p>
          <a:p>
            <a:pPr lvl="2"/>
            <a:r>
              <a:rPr lang="en-US" dirty="0">
                <a:sym typeface="Wingdings" pitchFamily="2" charset="2"/>
              </a:rPr>
              <a:t>C-D indicate severe mucosal injury</a:t>
            </a:r>
            <a:endParaRPr lang="en-US" dirty="0"/>
          </a:p>
          <a:p>
            <a:pPr lvl="1"/>
            <a:endParaRPr lang="en-US" sz="20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5BB60-4E83-686B-C938-BF27C4C6C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866" y="2010833"/>
            <a:ext cx="5096933" cy="4166130"/>
          </a:xfrm>
        </p:spPr>
        <p:txBody>
          <a:bodyPr>
            <a:normAutofit/>
          </a:bodyPr>
          <a:lstStyle/>
          <a:p>
            <a:r>
              <a:rPr lang="en-US" sz="2000"/>
              <a:t>Treatment:</a:t>
            </a:r>
          </a:p>
          <a:p>
            <a:pPr lvl="1"/>
            <a:r>
              <a:rPr lang="en-US" sz="2000"/>
              <a:t>PPI therapy</a:t>
            </a:r>
          </a:p>
          <a:p>
            <a:pPr lvl="2"/>
            <a:r>
              <a:rPr lang="en-US" dirty="0"/>
              <a:t>If grade C-D, will need long term maintenance</a:t>
            </a:r>
          </a:p>
          <a:p>
            <a:pPr lvl="1"/>
            <a:r>
              <a:rPr lang="en-US" sz="2000"/>
              <a:t>Rpt EGD after 8 weeks/healing to eval for Barrett’s</a:t>
            </a:r>
          </a:p>
        </p:txBody>
      </p:sp>
      <p:pic>
        <p:nvPicPr>
          <p:cNvPr id="3074" name="Picture 2" descr="Gastroesophageal Reflux Disease Treatment | Thoracic Care">
            <a:extLst>
              <a:ext uri="{FF2B5EF4-FFF2-40B4-BE49-F238E27FC236}">
                <a16:creationId xmlns:a16="http://schemas.microsoft.com/office/drawing/2014/main" id="{04F6EC59-3892-6F84-878C-61B3B06A7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3420" y="3935186"/>
            <a:ext cx="3500379" cy="2753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08470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0F79F4-E162-7A90-EC8E-47105972C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A6B319F-86FE-4754-878E-06F0804D8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32385" cy="6858000"/>
          </a:xfrm>
          <a:prstGeom prst="rect">
            <a:avLst/>
          </a:prstGeom>
          <a:solidFill>
            <a:schemeClr val="accent5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F7D1B5-3477-499F-ACC5-2C8B07F4E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2385" y="0"/>
            <a:ext cx="3218914" cy="6858000"/>
          </a:xfrm>
          <a:prstGeom prst="rect">
            <a:avLst/>
          </a:prstGeom>
          <a:solidFill>
            <a:schemeClr val="accent5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6AAA50-17D8-9BA3-A635-6F7C5216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206" y="1608667"/>
            <a:ext cx="2823275" cy="4501127"/>
          </a:xfrm>
        </p:spPr>
        <p:txBody>
          <a:bodyPr anchor="t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Pill-Induced Esophagitis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F3B65-F9FE-E89E-8962-511B58AF6D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47698" y="1608667"/>
            <a:ext cx="3421958" cy="4501127"/>
          </a:xfrm>
        </p:spPr>
        <p:txBody>
          <a:bodyPr>
            <a:normAutofit/>
          </a:bodyPr>
          <a:lstStyle/>
          <a:p>
            <a:r>
              <a:rPr lang="en-US" sz="1900" dirty="0"/>
              <a:t>Pathophysiology</a:t>
            </a:r>
          </a:p>
          <a:p>
            <a:pPr lvl="1"/>
            <a:r>
              <a:rPr lang="en-US" sz="1900" dirty="0"/>
              <a:t>Tablet lodges at anatomic narrowing</a:t>
            </a:r>
          </a:p>
          <a:p>
            <a:pPr lvl="2"/>
            <a:r>
              <a:rPr lang="en-US" sz="1900" dirty="0">
                <a:sym typeface="Wingdings" pitchFamily="2" charset="2"/>
              </a:rPr>
              <a:t>Prolonged mucosal contact  direct injury</a:t>
            </a:r>
          </a:p>
          <a:p>
            <a:pPr lvl="1"/>
            <a:endParaRPr lang="en-US" sz="1900" dirty="0">
              <a:sym typeface="Wingdings" pitchFamily="2" charset="2"/>
            </a:endParaRPr>
          </a:p>
          <a:p>
            <a:r>
              <a:rPr lang="en-US" sz="1900" dirty="0">
                <a:sym typeface="Wingdings" pitchFamily="2" charset="2"/>
              </a:rPr>
              <a:t>Common Medications</a:t>
            </a:r>
          </a:p>
          <a:p>
            <a:pPr lvl="1"/>
            <a:r>
              <a:rPr lang="en-US" sz="1900" dirty="0"/>
              <a:t>Tetracyclines</a:t>
            </a:r>
          </a:p>
          <a:p>
            <a:pPr lvl="1"/>
            <a:r>
              <a:rPr lang="en-US" sz="1900" dirty="0"/>
              <a:t>Bisphosphonates</a:t>
            </a:r>
          </a:p>
          <a:p>
            <a:pPr lvl="1"/>
            <a:r>
              <a:rPr lang="en-US" sz="1900" dirty="0"/>
              <a:t>Potassium chloride tabs</a:t>
            </a:r>
          </a:p>
          <a:p>
            <a:pPr lvl="1"/>
            <a:r>
              <a:rPr lang="en-US" sz="1900" dirty="0"/>
              <a:t>Iron supplements</a:t>
            </a:r>
          </a:p>
          <a:p>
            <a:pPr lvl="1"/>
            <a:r>
              <a:rPr lang="en-US" sz="1900" dirty="0"/>
              <a:t>NSAIDs</a:t>
            </a:r>
          </a:p>
          <a:p>
            <a:pPr lvl="1"/>
            <a:r>
              <a:rPr lang="en-US" sz="1900" dirty="0"/>
              <a:t>Clindamycin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FB34B3-139F-DEE6-4E06-840913C94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89696" y="1608667"/>
            <a:ext cx="3421957" cy="4501127"/>
          </a:xfrm>
        </p:spPr>
        <p:txBody>
          <a:bodyPr>
            <a:normAutofit/>
          </a:bodyPr>
          <a:lstStyle/>
          <a:p>
            <a:r>
              <a:rPr lang="en-US" sz="2000"/>
              <a:t>Presentation:</a:t>
            </a:r>
          </a:p>
          <a:p>
            <a:pPr lvl="1"/>
            <a:r>
              <a:rPr lang="en-US" sz="2000"/>
              <a:t>Sudden odynophagia</a:t>
            </a:r>
          </a:p>
          <a:p>
            <a:pPr lvl="1"/>
            <a:r>
              <a:rPr lang="en-US" sz="2000"/>
              <a:t>Retrosternal pain</a:t>
            </a:r>
          </a:p>
          <a:p>
            <a:pPr lvl="1"/>
            <a:r>
              <a:rPr lang="en-US" sz="2000"/>
              <a:t>Dysphagia</a:t>
            </a:r>
          </a:p>
          <a:p>
            <a:endParaRPr lang="en-US" sz="2000"/>
          </a:p>
          <a:p>
            <a:r>
              <a:rPr lang="en-US" sz="2000"/>
              <a:t>Management:</a:t>
            </a:r>
          </a:p>
          <a:p>
            <a:pPr lvl="1"/>
            <a:r>
              <a:rPr lang="en-US" sz="2000"/>
              <a:t>Stop the offending drug</a:t>
            </a:r>
          </a:p>
          <a:p>
            <a:pPr lvl="1"/>
            <a:r>
              <a:rPr lang="en-US" sz="2000"/>
              <a:t>PPI + supportive care</a:t>
            </a:r>
          </a:p>
          <a:p>
            <a:pPr lvl="1"/>
            <a:r>
              <a:rPr lang="en-US" sz="2000"/>
              <a:t>Take pills upright with water </a:t>
            </a:r>
          </a:p>
        </p:txBody>
      </p:sp>
      <p:pic>
        <p:nvPicPr>
          <p:cNvPr id="4098" name="Picture 2" descr="Which iron salt is better? | Livogen">
            <a:extLst>
              <a:ext uri="{FF2B5EF4-FFF2-40B4-BE49-F238E27FC236}">
                <a16:creationId xmlns:a16="http://schemas.microsoft.com/office/drawing/2014/main" id="{E7BFF95D-826D-8BDF-6D20-E0183260B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206" y="3004457"/>
            <a:ext cx="3088738" cy="1465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3658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7A7532-3D89-EBF6-016E-CF3B2F8CA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5582B4-C3EF-136E-886F-509D2A3E8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Infectious Esophagitis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BBA33-08D0-0FC0-42C5-046658EB32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Risk Factors:</a:t>
            </a:r>
          </a:p>
          <a:p>
            <a:pPr lvl="1"/>
            <a:r>
              <a:rPr lang="en-US" sz="2000"/>
              <a:t>Advanced HIV</a:t>
            </a:r>
          </a:p>
          <a:p>
            <a:pPr lvl="1"/>
            <a:r>
              <a:rPr lang="en-US" sz="2000">
                <a:sym typeface="Wingdings" pitchFamily="2" charset="2"/>
              </a:rPr>
              <a:t>Transplant</a:t>
            </a:r>
          </a:p>
          <a:p>
            <a:pPr lvl="1"/>
            <a:r>
              <a:rPr lang="en-US" sz="2000">
                <a:sym typeface="Wingdings" pitchFamily="2" charset="2"/>
              </a:rPr>
              <a:t>Chemotherapy </a:t>
            </a:r>
          </a:p>
          <a:p>
            <a:pPr lvl="1"/>
            <a:r>
              <a:rPr lang="en-US" sz="2000">
                <a:sym typeface="Wingdings" pitchFamily="2" charset="2"/>
              </a:rPr>
              <a:t>Chronic Steroids</a:t>
            </a:r>
          </a:p>
          <a:p>
            <a:pPr lvl="1"/>
            <a:r>
              <a:rPr lang="en-US" sz="2000">
                <a:sym typeface="Wingdings" pitchFamily="2" charset="2"/>
              </a:rPr>
              <a:t>Severe Immunosuppression</a:t>
            </a:r>
          </a:p>
          <a:p>
            <a:pPr lvl="1"/>
            <a:endParaRPr lang="en-US" sz="2000">
              <a:sym typeface="Wingdings" pitchFamily="2" charset="2"/>
            </a:endParaRPr>
          </a:p>
          <a:p>
            <a:r>
              <a:rPr lang="en-US" sz="2000">
                <a:sym typeface="Wingdings" pitchFamily="2" charset="2"/>
              </a:rPr>
              <a:t>Candida</a:t>
            </a:r>
          </a:p>
          <a:p>
            <a:pPr lvl="1"/>
            <a:r>
              <a:rPr lang="en-US" sz="2000">
                <a:sym typeface="Wingdings" pitchFamily="2" charset="2"/>
              </a:rPr>
              <a:t>White adherent plaques</a:t>
            </a:r>
          </a:p>
          <a:p>
            <a:pPr marL="914400" lvl="2"/>
            <a:r>
              <a:rPr lang="en-US" dirty="0">
                <a:sym typeface="Wingdings" pitchFamily="2" charset="2"/>
              </a:rPr>
              <a:t>+/- oral thrush</a:t>
            </a:r>
            <a:endParaRPr lang="en-US">
              <a:sym typeface="Wingdings" pitchFamily="2" charset="2"/>
            </a:endParaRPr>
          </a:p>
          <a:p>
            <a:pPr marL="457200" lvl="1"/>
            <a:r>
              <a:rPr lang="en-US" sz="2000">
                <a:sym typeface="Wingdings" pitchFamily="2" charset="2"/>
              </a:rPr>
              <a:t>- Tx: PO fluconazole </a:t>
            </a:r>
          </a:p>
        </p:txBody>
      </p:sp>
      <p:pic>
        <p:nvPicPr>
          <p:cNvPr id="5122" name="Picture 2" descr="Candida Esophagitis in Patients with Solid Organ Cancers - PMC">
            <a:extLst>
              <a:ext uri="{FF2B5EF4-FFF2-40B4-BE49-F238E27FC236}">
                <a16:creationId xmlns:a16="http://schemas.microsoft.com/office/drawing/2014/main" id="{CAB93C06-1202-4E04-694A-DCDCA0397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669" y="4229100"/>
            <a:ext cx="2897610" cy="2297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Esophagus Mucosa - an overview | ScienceDirect Topics">
            <a:extLst>
              <a:ext uri="{FF2B5EF4-FFF2-40B4-BE49-F238E27FC236}">
                <a16:creationId xmlns:a16="http://schemas.microsoft.com/office/drawing/2014/main" id="{9E57668C-3AC9-1F6E-49ED-FCCEE646B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5428" y="796377"/>
            <a:ext cx="2629850" cy="2622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6D63BE-778E-B2FF-6944-F5D26D5B8ACC}"/>
              </a:ext>
            </a:extLst>
          </p:cNvPr>
          <p:cNvSpPr txBox="1"/>
          <p:nvPr/>
        </p:nvSpPr>
        <p:spPr>
          <a:xfrm>
            <a:off x="9699171" y="3439138"/>
            <a:ext cx="1291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Normal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4FC5FF-9F24-8F8E-61FA-2DE542B5E7CC}"/>
              </a:ext>
            </a:extLst>
          </p:cNvPr>
          <p:cNvSpPr txBox="1"/>
          <p:nvPr/>
        </p:nvSpPr>
        <p:spPr>
          <a:xfrm>
            <a:off x="9687636" y="6477813"/>
            <a:ext cx="2089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Candida</a:t>
            </a:r>
          </a:p>
        </p:txBody>
      </p:sp>
    </p:spTree>
    <p:extLst>
      <p:ext uri="{BB962C8B-B14F-4D97-AF65-F5344CB8AC3E}">
        <p14:creationId xmlns:p14="http://schemas.microsoft.com/office/powerpoint/2010/main" val="22943337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A422A-C09A-11EE-E217-F43BBF042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A382-112A-2426-125F-B79EC0F12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Infectious Esophagitis</a:t>
            </a:r>
          </a:p>
        </p:txBody>
      </p:sp>
      <p:graphicFrame>
        <p:nvGraphicFramePr>
          <p:cNvPr id="6150" name="Content Placeholder 2">
            <a:extLst>
              <a:ext uri="{FF2B5EF4-FFF2-40B4-BE49-F238E27FC236}">
                <a16:creationId xmlns:a16="http://schemas.microsoft.com/office/drawing/2014/main" id="{6CF12425-3526-55FC-A46F-6EC77B97300C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6" name="Picture 2" descr="Herpes Simplex Virus Esophagitis in an Immunocompetent Patient | Cureus">
            <a:extLst>
              <a:ext uri="{FF2B5EF4-FFF2-40B4-BE49-F238E27FC236}">
                <a16:creationId xmlns:a16="http://schemas.microsoft.com/office/drawing/2014/main" id="{4397C70F-DED0-41F5-29A4-47774F8FB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816" y="851093"/>
            <a:ext cx="2338615" cy="2577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CMV esophagitis: sequelae of radiation therapy | Esophagus | Springer  Nature Link">
            <a:extLst>
              <a:ext uri="{FF2B5EF4-FFF2-40B4-BE49-F238E27FC236}">
                <a16:creationId xmlns:a16="http://schemas.microsoft.com/office/drawing/2014/main" id="{49093D22-E10E-78E0-C066-EC71B7D75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208" y="4074812"/>
            <a:ext cx="2838223" cy="2418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5AA0A8-E566-769E-990E-1C77D76DA633}"/>
              </a:ext>
            </a:extLst>
          </p:cNvPr>
          <p:cNvSpPr txBox="1"/>
          <p:nvPr/>
        </p:nvSpPr>
        <p:spPr>
          <a:xfrm>
            <a:off x="7576457" y="3429000"/>
            <a:ext cx="1420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HSV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C6804B-B656-9337-3326-CE18B3C3669F}"/>
              </a:ext>
            </a:extLst>
          </p:cNvPr>
          <p:cNvSpPr txBox="1"/>
          <p:nvPr/>
        </p:nvSpPr>
        <p:spPr>
          <a:xfrm>
            <a:off x="7576457" y="6515429"/>
            <a:ext cx="181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CMV</a:t>
            </a:r>
          </a:p>
        </p:txBody>
      </p:sp>
    </p:spTree>
    <p:extLst>
      <p:ext uri="{BB962C8B-B14F-4D97-AF65-F5344CB8AC3E}">
        <p14:creationId xmlns:p14="http://schemas.microsoft.com/office/powerpoint/2010/main" val="36376509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4487F-ED4E-0935-7D65-1AE74557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111F-A340-E5A8-781A-9625669FC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Eosinophilic Esophagitis (EoE)</a:t>
            </a:r>
          </a:p>
        </p:txBody>
      </p:sp>
      <p:pic>
        <p:nvPicPr>
          <p:cNvPr id="5" name="Picture 4" descr="Microscopic view of cells">
            <a:extLst>
              <a:ext uri="{FF2B5EF4-FFF2-40B4-BE49-F238E27FC236}">
                <a16:creationId xmlns:a16="http://schemas.microsoft.com/office/drawing/2014/main" id="{6245CAF0-D03E-C373-0F35-F46B43B437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84" r="31567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72A7F-2031-3F53-4A6C-2E994D8CF3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68557" y="2551176"/>
            <a:ext cx="5444382" cy="359120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Pathophysiology:</a:t>
            </a:r>
          </a:p>
          <a:p>
            <a:pPr lvl="1"/>
            <a:r>
              <a:rPr lang="en-US" sz="2000" dirty="0">
                <a:sym typeface="Wingdings" pitchFamily="2" charset="2"/>
              </a:rPr>
              <a:t>Chronic, </a:t>
            </a:r>
            <a:r>
              <a:rPr lang="en-US" sz="2000" b="1" dirty="0">
                <a:sym typeface="Wingdings" pitchFamily="2" charset="2"/>
              </a:rPr>
              <a:t>antigen-driven immune-mediated </a:t>
            </a:r>
            <a:r>
              <a:rPr lang="en-US" sz="2000" dirty="0">
                <a:sym typeface="Wingdings" pitchFamily="2" charset="2"/>
              </a:rPr>
              <a:t>disease</a:t>
            </a:r>
          </a:p>
          <a:p>
            <a:pPr lvl="1"/>
            <a:r>
              <a:rPr lang="en-US" sz="2000" dirty="0">
                <a:sym typeface="Wingdings" pitchFamily="2" charset="2"/>
              </a:rPr>
              <a:t>Food/environmental allergies activate:</a:t>
            </a:r>
          </a:p>
          <a:p>
            <a:pPr lvl="2"/>
            <a:r>
              <a:rPr lang="en-US" dirty="0">
                <a:sym typeface="Wingdings" pitchFamily="2" charset="2"/>
              </a:rPr>
              <a:t>Th2 lymphocytes  IL-4, 5 and 13  recruitment of eosinophils  epithelial injury</a:t>
            </a:r>
          </a:p>
          <a:p>
            <a:pPr lvl="3"/>
            <a:r>
              <a:rPr lang="en-US" sz="2000" dirty="0">
                <a:sym typeface="Wingdings" pitchFamily="2" charset="2"/>
              </a:rPr>
              <a:t>Chronic inflammation  activates fibroblasts</a:t>
            </a:r>
          </a:p>
          <a:p>
            <a:pPr lvl="4"/>
            <a:r>
              <a:rPr lang="en-US" sz="2000" dirty="0">
                <a:sym typeface="Wingdings" pitchFamily="2" charset="2"/>
              </a:rPr>
              <a:t>Causes: rings, strictures, dec. distensibility</a:t>
            </a:r>
          </a:p>
          <a:p>
            <a:pPr lvl="4"/>
            <a:endParaRPr lang="en-US" sz="2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617989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07A53B-B0C0-557A-67FC-57E864FC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5BF6B-1351-0708-4EF6-07C5350D2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Eosinophilic Esophagitis (EoE): Presentation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C9091E-457B-F642-EA37-91C77B80E7A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9407955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63873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279399-CB9E-CD91-7722-1AEB6525A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663A79-DE04-5FB5-3294-9D7AC9C1E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Eosinophilic Esophagitis (EoE): Diagnosis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BBDB4-A109-E733-975C-CF0DCB057E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EGD:</a:t>
            </a:r>
          </a:p>
          <a:p>
            <a:pPr lvl="1"/>
            <a:r>
              <a:rPr lang="en-US" sz="2000">
                <a:sym typeface="Wingdings" pitchFamily="2" charset="2"/>
              </a:rPr>
              <a:t>Rings, linear furrows</a:t>
            </a:r>
          </a:p>
          <a:p>
            <a:pPr lvl="1"/>
            <a:r>
              <a:rPr lang="en-US" sz="2000">
                <a:sym typeface="Wingdings" pitchFamily="2" charset="2"/>
              </a:rPr>
              <a:t>White exudates</a:t>
            </a:r>
          </a:p>
          <a:p>
            <a:pPr lvl="1"/>
            <a:r>
              <a:rPr lang="en-US" sz="2000">
                <a:sym typeface="Wingdings" pitchFamily="2" charset="2"/>
              </a:rPr>
              <a:t>Edema w/ loss of vascularity</a:t>
            </a:r>
          </a:p>
          <a:p>
            <a:pPr lvl="1"/>
            <a:r>
              <a:rPr lang="en-US" sz="2000">
                <a:sym typeface="Wingdings" pitchFamily="2" charset="2"/>
              </a:rPr>
              <a:t>Note: endoscopy can appear normal as well!</a:t>
            </a:r>
          </a:p>
          <a:p>
            <a:pPr lvl="4"/>
            <a:endParaRPr lang="en-US" sz="2000">
              <a:sym typeface="Wingdings" pitchFamily="2" charset="2"/>
            </a:endParaRPr>
          </a:p>
        </p:txBody>
      </p:sp>
      <p:pic>
        <p:nvPicPr>
          <p:cNvPr id="7170" name="Picture 2" descr="Eosinophilic Esophagitis: A Chronic Allergic Disease - Clinical Advisor">
            <a:extLst>
              <a:ext uri="{FF2B5EF4-FFF2-40B4-BE49-F238E27FC236}">
                <a16:creationId xmlns:a16="http://schemas.microsoft.com/office/drawing/2014/main" id="{EB78AC5B-12B6-DCFF-C3FB-B162CFAC5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8686" y="277586"/>
            <a:ext cx="3468593" cy="2601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Eosinophilic esophagitis - Wikipedia">
            <a:extLst>
              <a:ext uri="{FF2B5EF4-FFF2-40B4-BE49-F238E27FC236}">
                <a16:creationId xmlns:a16="http://schemas.microsoft.com/office/drawing/2014/main" id="{65D4BB98-1F57-D740-24D1-35D6CCD5E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8686" y="4277050"/>
            <a:ext cx="2826274" cy="2249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65181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C5DC7C-8CA2-36CE-EDD0-6A16B70C4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CF577B-3ABE-05F4-E414-74EC63174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Eosinophilic Esophagitis (EoE): Treatment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888914-52BC-CB73-DA3E-5F69E07D309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9024357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85268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1FFE6A-37C9-F4FA-E89A-C3F6CCE577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Esophageal Strictures</a:t>
            </a:r>
          </a:p>
        </p:txBody>
      </p:sp>
    </p:spTree>
    <p:extLst>
      <p:ext uri="{BB962C8B-B14F-4D97-AF65-F5344CB8AC3E}">
        <p14:creationId xmlns:p14="http://schemas.microsoft.com/office/powerpoint/2010/main" val="3130004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C96DFD-26CF-B764-B9CA-08001631D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Esophageal Strictures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B631BF-B7A3-95BE-3096-7A66EBFE95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584972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10376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24A1BA-84A3-DB5D-17F6-5B88BE18E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1B67B-D210-9100-7774-1C5472BA3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Esophageal Strictures: Presentation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6FB10F-07FF-F56A-0290-CBEE5DDF62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914191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37544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705B86-079E-D8B1-048C-0BA456FB3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E50490-6B3C-E93D-B166-A626995E8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Esophageal Strictures: Evaluation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4EDCFEF-A23A-9862-59B8-1906072319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409663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39502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8C6E62-5260-A3BA-B540-A866D4D6B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A90FA6-B684-63C2-F045-2AB65D5DA46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CCF95B-BD63-859D-9047-070A0F7BB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Esophageal Strictures: Treatment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FF12ED-85EF-6E6F-53B2-3EC912F7FD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333331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161392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86BB2D-5DBB-DCCE-2942-9E6AC595858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53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83C5D3-F83C-E392-B5D7-09024B90A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Rings &amp; Webs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08A480-2B3B-4A73-AD6F-623C73ECEF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768583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440497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7AD9EE-1DBC-1A13-BAE3-F369188F27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Esophageal Motility Disorders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9D3A7-04C8-3F7E-C6A0-4C106730E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596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A67554-38E1-B475-9E3D-1F59CBA76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Esophageal Dysmotility Causes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43F638-5633-9C90-7E9A-7B0BC952EC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664804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50504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E5769-F82E-B15A-1A69-08EE7622A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3941FC-C676-7BE6-07CA-D95D48D99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Esophageal Motility: Examples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7966CD-45AD-EF3A-62E5-AC20660F54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080097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7951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4AE5A7-0E46-F662-E88F-417D14FFE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AEC9EC-EEF6-FD9F-0E7C-D562CBB3C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Esophageal Motility: Diagnosis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25D54E-D0C6-6772-1A82-4F7106E323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4745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55305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028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2DA1B8-9E36-D09A-CB09-36048BC63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5" y="609600"/>
            <a:ext cx="3595678" cy="1330839"/>
          </a:xfrm>
        </p:spPr>
        <p:txBody>
          <a:bodyPr>
            <a:normAutofit/>
          </a:bodyPr>
          <a:lstStyle/>
          <a:p>
            <a:r>
              <a:rPr lang="en-US" dirty="0"/>
              <a:t>Achalasia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13F0B-215B-B190-E304-17EB9786E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3158741" cy="3908586"/>
          </a:xfrm>
        </p:spPr>
        <p:txBody>
          <a:bodyPr>
            <a:normAutofit/>
          </a:bodyPr>
          <a:lstStyle/>
          <a:p>
            <a:r>
              <a:rPr lang="en-US" sz="1700" dirty="0"/>
              <a:t>Pathophysiology: Degeneration of </a:t>
            </a:r>
            <a:r>
              <a:rPr lang="en-US" sz="1700" b="1" dirty="0"/>
              <a:t>inhibitory</a:t>
            </a:r>
            <a:r>
              <a:rPr lang="en-US" sz="1700" dirty="0"/>
              <a:t> neurons in the myenteric plexus </a:t>
            </a:r>
            <a:r>
              <a:rPr lang="en-US" sz="1700" dirty="0">
                <a:sym typeface="Wingdings" pitchFamily="2" charset="2"/>
              </a:rPr>
              <a:t> Loss of nitric oxide (NO) </a:t>
            </a:r>
          </a:p>
          <a:p>
            <a:pPr lvl="1"/>
            <a:r>
              <a:rPr lang="en-US" sz="1700" dirty="0">
                <a:sym typeface="Wingdings" pitchFamily="2" charset="2"/>
              </a:rPr>
              <a:t>Unopposed cholinergic (</a:t>
            </a:r>
            <a:r>
              <a:rPr lang="en-US" sz="1700" dirty="0" err="1">
                <a:sym typeface="Wingdings" pitchFamily="2" charset="2"/>
              </a:rPr>
              <a:t>ACh</a:t>
            </a:r>
            <a:r>
              <a:rPr lang="en-US" sz="1700" dirty="0">
                <a:sym typeface="Wingdings" pitchFamily="2" charset="2"/>
              </a:rPr>
              <a:t>) activity  </a:t>
            </a:r>
            <a:r>
              <a:rPr lang="en-US" sz="1700" b="1" dirty="0">
                <a:solidFill>
                  <a:srgbClr val="FF0000"/>
                </a:solidFill>
                <a:sym typeface="Wingdings" pitchFamily="2" charset="2"/>
              </a:rPr>
              <a:t>Incomplete LES relaxation</a:t>
            </a:r>
          </a:p>
          <a:p>
            <a:pPr lvl="1"/>
            <a:r>
              <a:rPr lang="en-US" sz="1700" dirty="0">
                <a:sym typeface="Wingdings" pitchFamily="2" charset="2"/>
              </a:rPr>
              <a:t>Chronic outflow obstruction causes:</a:t>
            </a:r>
          </a:p>
          <a:p>
            <a:pPr lvl="2"/>
            <a:r>
              <a:rPr lang="en-US" sz="1700" dirty="0">
                <a:sym typeface="Wingdings" pitchFamily="2" charset="2"/>
              </a:rPr>
              <a:t>Proximal Esophageal dilation</a:t>
            </a:r>
          </a:p>
          <a:p>
            <a:pPr lvl="2"/>
            <a:r>
              <a:rPr lang="en-US" sz="1700" dirty="0">
                <a:sym typeface="Wingdings" pitchFamily="2" charset="2"/>
              </a:rPr>
              <a:t>Food/saliva retention</a:t>
            </a:r>
          </a:p>
        </p:txBody>
      </p:sp>
      <p:pic>
        <p:nvPicPr>
          <p:cNvPr id="1026" name="Picture 2" descr="Achalasia Symptoms North Dallas TX | Plano Achalasia Treatment - Kedia">
            <a:extLst>
              <a:ext uri="{FF2B5EF4-FFF2-40B4-BE49-F238E27FC236}">
                <a16:creationId xmlns:a16="http://schemas.microsoft.com/office/drawing/2014/main" id="{570FDA6C-6DDB-978F-FA20-4EF925324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94" r="3" b="3"/>
          <a:stretch>
            <a:fillRect/>
          </a:stretch>
        </p:blipFill>
        <p:spPr bwMode="auto">
          <a:xfrm>
            <a:off x="4948188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37008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DF1E10-D96D-18BD-1FDD-228584CFA55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706" b="1006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F516C-B040-C7F5-FC0F-1F48292A5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Achalasia: Presentation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698851-B0FF-92BC-893B-1529996357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493803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841768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26DD4F-3F6A-4799-FEDA-7706077C0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DFCD23-C74C-A8D1-798D-BF349FC0F78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7680" b="80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D0D425-9B15-578E-B7D5-8E528ADDA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Achalasia: Evaluation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45722B-185A-DC14-15B4-495687034D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989034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986703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0B32CD-3853-48CD-E07B-0E123E7E7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10642-619F-F5BA-62BB-C7A3325FF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Achalasia: Treatment</a:t>
            </a:r>
          </a:p>
        </p:txBody>
      </p:sp>
      <p:sp>
        <p:nvSpPr>
          <p:cNvPr id="205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78B9F-3C36-5BE7-1D4F-1AC73178F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2200" dirty="0"/>
              <a:t>Goal: reduce EG junction resistance (cannot restore normal innervation)</a:t>
            </a:r>
          </a:p>
          <a:p>
            <a:pPr lvl="1"/>
            <a:r>
              <a:rPr lang="en-US" sz="2200" dirty="0"/>
              <a:t>Pneumatic dilation</a:t>
            </a:r>
          </a:p>
          <a:p>
            <a:pPr lvl="1"/>
            <a:r>
              <a:rPr lang="en-US" sz="2200" dirty="0"/>
              <a:t>Heller myotomy</a:t>
            </a:r>
          </a:p>
          <a:p>
            <a:pPr lvl="1"/>
            <a:r>
              <a:rPr lang="en-US" sz="2200" dirty="0"/>
              <a:t>Botox</a:t>
            </a:r>
          </a:p>
          <a:p>
            <a:pPr lvl="2"/>
            <a:r>
              <a:rPr lang="en-US" sz="2200" dirty="0"/>
              <a:t>If pt not good surgical candidate</a:t>
            </a:r>
          </a:p>
          <a:p>
            <a:pPr lvl="1"/>
            <a:r>
              <a:rPr lang="en-US" sz="2200" dirty="0"/>
              <a:t>POEM (Peroral endoscopic myotomy)</a:t>
            </a:r>
          </a:p>
        </p:txBody>
      </p:sp>
      <p:pic>
        <p:nvPicPr>
          <p:cNvPr id="2050" name="Picture 2" descr="Heller's Myotomy Surgery for Achalasia in Pakistan">
            <a:extLst>
              <a:ext uri="{FF2B5EF4-FFF2-40B4-BE49-F238E27FC236}">
                <a16:creationId xmlns:a16="http://schemas.microsoft.com/office/drawing/2014/main" id="{E6121892-9DF5-A3AE-617F-C8DD382FF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3840" y="583996"/>
            <a:ext cx="4014216" cy="2920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Understanding POEM for Achalasia: Benefits, Procedure, and ...">
            <a:extLst>
              <a:ext uri="{FF2B5EF4-FFF2-40B4-BE49-F238E27FC236}">
                <a16:creationId xmlns:a16="http://schemas.microsoft.com/office/drawing/2014/main" id="{68D7FD7E-0262-EC3B-8BE9-4DD315BEB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3840" y="4133383"/>
            <a:ext cx="3995928" cy="206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C5D58E-1FBB-BF0C-2636-6A52FF3D2087}"/>
              </a:ext>
            </a:extLst>
          </p:cNvPr>
          <p:cNvSpPr txBox="1"/>
          <p:nvPr/>
        </p:nvSpPr>
        <p:spPr>
          <a:xfrm>
            <a:off x="7863840" y="3212304"/>
            <a:ext cx="4014216" cy="292034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300">
                <a:solidFill>
                  <a:srgbClr val="FFFFFF"/>
                </a:solidFill>
              </a:rPr>
              <a:t>Heller Myotomy</a:t>
            </a:r>
          </a:p>
        </p:txBody>
      </p:sp>
    </p:spTree>
    <p:extLst>
      <p:ext uri="{BB962C8B-B14F-4D97-AF65-F5344CB8AC3E}">
        <p14:creationId xmlns:p14="http://schemas.microsoft.com/office/powerpoint/2010/main" val="29068039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845FE-81FD-6A7D-4011-12E9F778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Diffuse Esophageal Spasm</a:t>
            </a:r>
          </a:p>
        </p:txBody>
      </p:sp>
      <p:sp>
        <p:nvSpPr>
          <p:cNvPr id="308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6476A-5319-29AE-B4A9-AE5706540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1700"/>
              <a:t>Impaired inhibitory neural signaling </a:t>
            </a:r>
            <a:r>
              <a:rPr lang="en-US" sz="1700">
                <a:sym typeface="Wingdings" pitchFamily="2" charset="2"/>
              </a:rPr>
              <a:t> premature contractions</a:t>
            </a:r>
          </a:p>
          <a:p>
            <a:pPr lvl="1"/>
            <a:r>
              <a:rPr lang="en-US" sz="1700">
                <a:sym typeface="Wingdings" pitchFamily="2" charset="2"/>
              </a:rPr>
              <a:t>LES relaxation is preserved!! (unlike achalasia)</a:t>
            </a:r>
          </a:p>
          <a:p>
            <a:pPr lvl="1"/>
            <a:endParaRPr lang="en-US" sz="1700">
              <a:sym typeface="Wingdings" pitchFamily="2" charset="2"/>
            </a:endParaRPr>
          </a:p>
          <a:p>
            <a:r>
              <a:rPr lang="en-US" sz="1700">
                <a:sym typeface="Wingdings" pitchFamily="2" charset="2"/>
              </a:rPr>
              <a:t>Presentation:</a:t>
            </a:r>
          </a:p>
          <a:p>
            <a:pPr lvl="1"/>
            <a:r>
              <a:rPr lang="en-US" sz="1700">
                <a:sym typeface="Wingdings" pitchFamily="2" charset="2"/>
              </a:rPr>
              <a:t>Dysphagia to solids &amp; liquids</a:t>
            </a:r>
          </a:p>
          <a:p>
            <a:pPr lvl="1"/>
            <a:r>
              <a:rPr lang="en-US" sz="1700">
                <a:sym typeface="Wingdings" pitchFamily="2" charset="2"/>
              </a:rPr>
              <a:t>Episodic chest pain</a:t>
            </a:r>
          </a:p>
          <a:p>
            <a:pPr lvl="1"/>
            <a:r>
              <a:rPr lang="en-US" sz="1700">
                <a:sym typeface="Wingdings" pitchFamily="2" charset="2"/>
              </a:rPr>
              <a:t>Sx may be triggered by very hot/cold liquids</a:t>
            </a:r>
          </a:p>
          <a:p>
            <a:r>
              <a:rPr lang="en-US" sz="1700">
                <a:sym typeface="Wingdings" pitchFamily="2" charset="2"/>
              </a:rPr>
              <a:t>Diagnosis:</a:t>
            </a:r>
          </a:p>
          <a:p>
            <a:pPr lvl="1"/>
            <a:r>
              <a:rPr lang="en-US" sz="1700">
                <a:sym typeface="Wingdings" pitchFamily="2" charset="2"/>
              </a:rPr>
              <a:t>Barium swallow corkscrew appearance</a:t>
            </a:r>
          </a:p>
          <a:p>
            <a:pPr lvl="1"/>
            <a:r>
              <a:rPr lang="en-US" sz="1700">
                <a:sym typeface="Wingdings" pitchFamily="2" charset="2"/>
              </a:rPr>
              <a:t>Manometry: </a:t>
            </a:r>
          </a:p>
          <a:p>
            <a:pPr lvl="2"/>
            <a:r>
              <a:rPr lang="en-US" sz="1700">
                <a:sym typeface="Wingdings" pitchFamily="2" charset="2"/>
              </a:rPr>
              <a:t>Normal EGJ relaxation</a:t>
            </a:r>
          </a:p>
          <a:p>
            <a:pPr lvl="2"/>
            <a:r>
              <a:rPr lang="en-US" sz="1700">
                <a:sym typeface="Wingdings" pitchFamily="2" charset="2"/>
              </a:rPr>
              <a:t>Premature contractions in atleast 20% of swallows</a:t>
            </a:r>
          </a:p>
          <a:p>
            <a:pPr marL="914400" lvl="2" indent="0">
              <a:buNone/>
            </a:pPr>
            <a:endParaRPr lang="en-US" sz="1700">
              <a:sym typeface="Wingdings" pitchFamily="2" charset="2"/>
            </a:endParaRPr>
          </a:p>
          <a:p>
            <a:pPr marL="0" indent="0">
              <a:buNone/>
            </a:pPr>
            <a:endParaRPr lang="en-US" sz="1700"/>
          </a:p>
        </p:txBody>
      </p:sp>
      <p:pic>
        <p:nvPicPr>
          <p:cNvPr id="3074" name="Picture 2" descr="Diffuse esophageal spasm - Wikipedia">
            <a:extLst>
              <a:ext uri="{FF2B5EF4-FFF2-40B4-BE49-F238E27FC236}">
                <a16:creationId xmlns:a16="http://schemas.microsoft.com/office/drawing/2014/main" id="{2DC931A0-536E-930B-6254-06709C1FA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20462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25749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7D80CA-FBAE-A093-46C2-355634F47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9EF9C0-0BBB-E6A7-6BE0-0C3F10A51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Diffuse Esophageal Spasm: Treatment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3F97A6-2DFE-7CC2-6DD3-B5718EF738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847278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9410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1847AB-74D1-0E66-EE8A-EEE21953B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56442-BD42-4DC2-DD8E-EDA9FB6A6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Hypercontractile Esophagus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57E84-7E53-B785-EF8A-E4D6F1381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>
                <a:sym typeface="Wingdings" pitchFamily="2" charset="2"/>
              </a:rPr>
              <a:t>Excessive vigorous contractions</a:t>
            </a:r>
          </a:p>
          <a:p>
            <a:r>
              <a:rPr lang="en-US" sz="2000">
                <a:sym typeface="Wingdings" pitchFamily="2" charset="2"/>
              </a:rPr>
              <a:t>Tx symptoms rather than manometry numbers</a:t>
            </a:r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19" name="Picture 18" descr="Zigzag indicator line">
            <a:extLst>
              <a:ext uri="{FF2B5EF4-FFF2-40B4-BE49-F238E27FC236}">
                <a16:creationId xmlns:a16="http://schemas.microsoft.com/office/drawing/2014/main" id="{14322282-EE31-2077-C61B-F2F4823E6A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77" r="22723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143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D75C9-51CF-EC49-12EF-BF0ADB4339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77456"/>
            <a:ext cx="5097780" cy="3795748"/>
          </a:xfrm>
        </p:spPr>
        <p:txBody>
          <a:bodyPr>
            <a:normAutofit/>
          </a:bodyPr>
          <a:lstStyle/>
          <a:p>
            <a:r>
              <a:rPr lang="en-US" sz="2400" b="1" dirty="0"/>
              <a:t>Achalasia</a:t>
            </a:r>
            <a:r>
              <a:rPr lang="en-US" sz="2400" dirty="0"/>
              <a:t>	</a:t>
            </a:r>
          </a:p>
          <a:p>
            <a:pPr lvl="1"/>
            <a:r>
              <a:rPr lang="en-US" dirty="0"/>
              <a:t>Impaired LES relaxation</a:t>
            </a:r>
          </a:p>
          <a:p>
            <a:pPr lvl="1"/>
            <a:r>
              <a:rPr lang="en-US" dirty="0"/>
              <a:t>Solids &amp; Liquids</a:t>
            </a:r>
          </a:p>
          <a:p>
            <a:pPr lvl="1"/>
            <a:r>
              <a:rPr lang="en-US" dirty="0"/>
              <a:t>Progressive symptoms</a:t>
            </a:r>
          </a:p>
          <a:p>
            <a:pPr lvl="1"/>
            <a:r>
              <a:rPr lang="en-US" dirty="0"/>
              <a:t>Bird Beak appearance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540F8F-A406-CD28-A5F0-9A1C78997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177456"/>
            <a:ext cx="5097780" cy="3795748"/>
          </a:xfrm>
        </p:spPr>
        <p:txBody>
          <a:bodyPr>
            <a:normAutofit/>
          </a:bodyPr>
          <a:lstStyle/>
          <a:p>
            <a:r>
              <a:rPr lang="en-US" sz="2400" b="1" dirty="0"/>
              <a:t>Diffuse Esophageal Spasm</a:t>
            </a:r>
          </a:p>
          <a:p>
            <a:pPr lvl="1"/>
            <a:r>
              <a:rPr lang="en-US" dirty="0"/>
              <a:t>Normal LES relaxation</a:t>
            </a:r>
          </a:p>
          <a:p>
            <a:pPr lvl="1"/>
            <a:r>
              <a:rPr lang="en-US" dirty="0"/>
              <a:t>Intermittent solids and liquids</a:t>
            </a:r>
          </a:p>
          <a:p>
            <a:pPr lvl="1"/>
            <a:r>
              <a:rPr lang="en-US" dirty="0"/>
              <a:t>Chest pain often </a:t>
            </a:r>
          </a:p>
          <a:p>
            <a:pPr lvl="1"/>
            <a:r>
              <a:rPr lang="en-US" dirty="0"/>
              <a:t>Corkscrew appearance</a:t>
            </a:r>
          </a:p>
        </p:txBody>
      </p:sp>
    </p:spTree>
    <p:extLst>
      <p:ext uri="{BB962C8B-B14F-4D97-AF65-F5344CB8AC3E}">
        <p14:creationId xmlns:p14="http://schemas.microsoft.com/office/powerpoint/2010/main" val="17579664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41F05-F25F-A793-A7F8-96F83448B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US" sz="4000"/>
              <a:t>Pseudoachalasia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2301F6-9EC9-D716-FCB9-740935AAFB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6274697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65522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4774B1-D237-B31F-A50A-96ABB6EE39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Zenker Diverticulum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653A05-4B4C-8B90-EA08-FD41B0EBF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65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1728C6-6B94-9ED7-383B-4BF426225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Zenker’s Diverticulum: Pathophysiology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30D42-DA9B-DD9D-3110-115895700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Esophageal diverticulum </a:t>
            </a:r>
          </a:p>
          <a:p>
            <a:pPr lvl="1"/>
            <a:r>
              <a:rPr lang="en-US" sz="2000"/>
              <a:t>Contains mucosa + submucosa (not full esophageal wall)</a:t>
            </a:r>
          </a:p>
          <a:p>
            <a:pPr lvl="2"/>
            <a:r>
              <a:rPr lang="en-US" dirty="0"/>
              <a:t>Forms through Killian’s triangle</a:t>
            </a:r>
          </a:p>
          <a:p>
            <a:pPr lvl="2"/>
            <a:r>
              <a:rPr lang="en-US" dirty="0"/>
              <a:t>Cricopharyngeal dysfunction</a:t>
            </a:r>
          </a:p>
          <a:p>
            <a:r>
              <a:rPr lang="en-US" sz="2000"/>
              <a:t>Presentation:</a:t>
            </a:r>
          </a:p>
          <a:p>
            <a:pPr lvl="1"/>
            <a:r>
              <a:rPr lang="en-US" sz="2000"/>
              <a:t>Oropharyngeal dysphagia</a:t>
            </a:r>
          </a:p>
          <a:p>
            <a:pPr lvl="1"/>
            <a:r>
              <a:rPr lang="en-US" sz="2000"/>
              <a:t>Regurgitation of undigested food</a:t>
            </a:r>
          </a:p>
          <a:p>
            <a:pPr lvl="1"/>
            <a:r>
              <a:rPr lang="en-US" sz="2000"/>
              <a:t>Halitosis</a:t>
            </a:r>
          </a:p>
          <a:p>
            <a:pPr lvl="1"/>
            <a:r>
              <a:rPr lang="en-US" sz="2000"/>
              <a:t>Coughing after meals</a:t>
            </a:r>
          </a:p>
          <a:p>
            <a:pPr lvl="1"/>
            <a:endParaRPr lang="en-US" sz="2000"/>
          </a:p>
        </p:txBody>
      </p:sp>
      <p:pic>
        <p:nvPicPr>
          <p:cNvPr id="1026" name="Picture 2" descr="Endoscopic observation of the palisade vessels in Killian ...">
            <a:extLst>
              <a:ext uri="{FF2B5EF4-FFF2-40B4-BE49-F238E27FC236}">
                <a16:creationId xmlns:a16="http://schemas.microsoft.com/office/drawing/2014/main" id="{AF7A8465-1B16-DB77-03D1-F0AADF6CC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0994" y="3189036"/>
            <a:ext cx="3463542" cy="3240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7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3324E1-0AD4-A4A6-8CCC-12BA4AFFD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6A13DD-7B4E-7FED-0F69-3E5A779B4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/>
              <a:t>Zenker’s Diverticulum: Pathophysiology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93209-0094-86D4-8523-3CBD36DD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2000"/>
              <a:t>Diagnosis</a:t>
            </a:r>
          </a:p>
          <a:p>
            <a:pPr lvl="1"/>
            <a:r>
              <a:rPr lang="en-US" sz="2000"/>
              <a:t>Barium swallow</a:t>
            </a:r>
          </a:p>
          <a:p>
            <a:r>
              <a:rPr lang="en-US" sz="2000"/>
              <a:t>Treatment:</a:t>
            </a:r>
          </a:p>
          <a:p>
            <a:pPr lvl="1"/>
            <a:r>
              <a:rPr lang="en-US" sz="2000"/>
              <a:t>Cricopharyngeal myotomy</a:t>
            </a:r>
          </a:p>
          <a:p>
            <a:pPr lvl="1"/>
            <a:endParaRPr lang="en-US" sz="2000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5" name="Rectangle 5134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122" name="Picture 2" descr="Zenker's Diverticulum | New England Journal of Medicine">
            <a:extLst>
              <a:ext uri="{FF2B5EF4-FFF2-40B4-BE49-F238E27FC236}">
                <a16:creationId xmlns:a16="http://schemas.microsoft.com/office/drawing/2014/main" id="{1BE2F5EF-0187-2C3F-7C03-DBFA2CC37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85176" y="909081"/>
            <a:ext cx="3552111" cy="507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16238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12188952" cy="3490956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331C93C-775F-7357-E5AA-986BB05F3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8" y="1014574"/>
            <a:ext cx="9725730" cy="2226769"/>
          </a:xfrm>
        </p:spPr>
        <p:txBody>
          <a:bodyPr anchor="ctr">
            <a:normAutofit/>
          </a:bodyPr>
          <a:lstStyle/>
          <a:p>
            <a:pPr algn="l"/>
            <a:r>
              <a:rPr lang="en-US" sz="4800">
                <a:solidFill>
                  <a:schemeClr val="bg1"/>
                </a:solidFill>
              </a:rPr>
              <a:t>Esophageal Bleeding Disorders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72D189-DD5A-458E-C17E-3F3E6312C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8" y="3640633"/>
            <a:ext cx="9725730" cy="2487212"/>
          </a:xfrm>
        </p:spPr>
        <p:txBody>
          <a:bodyPr anchor="ctr">
            <a:normAutofit/>
          </a:bodyPr>
          <a:lstStyle/>
          <a:p>
            <a:pPr algn="l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429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2022F-21E3-DEA7-6506-07082E6E2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en-US" sz="4000"/>
              <a:t>Upper GI Bleeding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EA2BF-D76B-AA3C-617E-7D2586C30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r>
              <a:rPr lang="en-US" sz="1700"/>
              <a:t>Proximal to the ligament of Treitz</a:t>
            </a:r>
          </a:p>
          <a:p>
            <a:r>
              <a:rPr lang="en-US" sz="1700"/>
              <a:t>Presentation:</a:t>
            </a:r>
          </a:p>
          <a:p>
            <a:pPr lvl="1"/>
            <a:r>
              <a:rPr lang="en-US" sz="1700"/>
              <a:t>Hematemesis</a:t>
            </a:r>
          </a:p>
          <a:p>
            <a:pPr lvl="1"/>
            <a:r>
              <a:rPr lang="en-US" sz="1700"/>
              <a:t>Coffee-ground emesis</a:t>
            </a:r>
          </a:p>
          <a:p>
            <a:pPr lvl="1"/>
            <a:r>
              <a:rPr lang="en-US" sz="1700"/>
              <a:t>Melena</a:t>
            </a:r>
          </a:p>
          <a:p>
            <a:pPr lvl="1"/>
            <a:r>
              <a:rPr lang="en-US" sz="1700"/>
              <a:t>Hematochezia (if rapid/high volume bleeding)</a:t>
            </a:r>
          </a:p>
          <a:p>
            <a:pPr lvl="1"/>
            <a:r>
              <a:rPr lang="en-US" sz="1700"/>
              <a:t>Syncope</a:t>
            </a:r>
          </a:p>
          <a:p>
            <a:pPr lvl="1"/>
            <a:r>
              <a:rPr lang="en-US" sz="1700"/>
              <a:t>Shock</a:t>
            </a:r>
          </a:p>
          <a:p>
            <a:r>
              <a:rPr lang="en-US" sz="1700"/>
              <a:t>Diagnostics:</a:t>
            </a:r>
          </a:p>
          <a:p>
            <a:pPr lvl="1"/>
            <a:r>
              <a:rPr lang="en-US" sz="1700"/>
              <a:t>Elevated BUN-to-creatinine ratio </a:t>
            </a:r>
          </a:p>
        </p:txBody>
      </p:sp>
      <p:pic>
        <p:nvPicPr>
          <p:cNvPr id="4098" name="Picture 2" descr="Ligament of Treitz: Anatomy, Relevance of Radiologic Findings, and  Radiologic-Pathologic Correlation | AJR">
            <a:extLst>
              <a:ext uri="{FF2B5EF4-FFF2-40B4-BE49-F238E27FC236}">
                <a16:creationId xmlns:a16="http://schemas.microsoft.com/office/drawing/2014/main" id="{88EEFBDF-9802-404C-0454-4282C38C6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22206" y="489118"/>
            <a:ext cx="4181495" cy="5466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Rectangle 4104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8784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F242319-2651-51BF-907F-49FBB5BE301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33A3EB-8CBE-6F7F-DFA3-025CE8DA2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Upper GI Bleeding: Causes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7A74D1-783B-2A00-34F7-9C23C3F661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233310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064018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288DC0-FA33-5895-4B82-EA2E1046D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16594-89F4-B77A-0BC5-3E46D5EEF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Upper GI Bleeding: Initial Stabilization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F878FE-E50A-D9EE-3295-68A9D183CA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69556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79600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A3665A-BFFF-1A90-AEC3-076986421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Mallory-Weiss Tear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4E7C0D-443F-8CE0-04D3-8DE275D502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752490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38624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9A0F9D-E616-37FD-95F3-FF0AD6151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C7FF58-2896-7D57-4A5D-BB32CE1E1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Mallory-Weiss Tear: Diagnosis &amp; Treatment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04CC59-E8AF-C31A-9418-CCE86EF50A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084527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74235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D1B3A5-6160-6207-5AA4-535DA86BA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Boerhaave’s syndrome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66FB6B4E-9512-A817-BCEB-696F25C366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7598476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28807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BA151-5839-856E-F04C-BCECB387E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en-US" sz="4000"/>
              <a:t>Esophageal Varices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AD31D-819D-DE8B-63A9-7F579AE21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r>
              <a:rPr lang="en-US" sz="1700" u="sng" dirty="0"/>
              <a:t>Pathophysiology</a:t>
            </a:r>
            <a:r>
              <a:rPr lang="en-US" sz="1700" dirty="0"/>
              <a:t>: cirrhosis </a:t>
            </a:r>
            <a:r>
              <a:rPr lang="en-US" sz="1700" dirty="0">
                <a:sym typeface="Wingdings" pitchFamily="2" charset="2"/>
              </a:rPr>
              <a:t> resistance to portal flow  portal hypertension  distal esophageal veins enlarge</a:t>
            </a:r>
          </a:p>
          <a:p>
            <a:pPr lvl="1"/>
            <a:r>
              <a:rPr lang="en-US" sz="1700" dirty="0">
                <a:sym typeface="Wingdings" pitchFamily="2" charset="2"/>
              </a:rPr>
              <a:t>Rupture risk!</a:t>
            </a:r>
          </a:p>
          <a:p>
            <a:r>
              <a:rPr lang="en-US" sz="1700" dirty="0">
                <a:sym typeface="Wingdings" pitchFamily="2" charset="2"/>
              </a:rPr>
              <a:t>Typically seen in advanced liver disease</a:t>
            </a:r>
          </a:p>
          <a:p>
            <a:r>
              <a:rPr lang="en-US" sz="1700" u="sng" dirty="0">
                <a:sym typeface="Wingdings" pitchFamily="2" charset="2"/>
              </a:rPr>
              <a:t>Screening</a:t>
            </a:r>
            <a:r>
              <a:rPr lang="en-US" sz="1700" dirty="0">
                <a:sym typeface="Wingdings" pitchFamily="2" charset="2"/>
              </a:rPr>
              <a:t>: EGD in newly diagnosed </a:t>
            </a:r>
            <a:r>
              <a:rPr lang="en-US" sz="1700" dirty="0" err="1">
                <a:sym typeface="Wingdings" pitchFamily="2" charset="2"/>
              </a:rPr>
              <a:t>cirrhotics</a:t>
            </a:r>
            <a:endParaRPr lang="en-US" sz="1700" dirty="0">
              <a:sym typeface="Wingdings" pitchFamily="2" charset="2"/>
            </a:endParaRPr>
          </a:p>
          <a:p>
            <a:r>
              <a:rPr lang="en-US" sz="1700" u="sng" dirty="0">
                <a:sym typeface="Wingdings" pitchFamily="2" charset="2"/>
              </a:rPr>
              <a:t>Tx</a:t>
            </a:r>
            <a:r>
              <a:rPr lang="en-US" sz="1700" dirty="0">
                <a:sym typeface="Wingdings" pitchFamily="2" charset="2"/>
              </a:rPr>
              <a:t>: </a:t>
            </a:r>
          </a:p>
          <a:p>
            <a:pPr lvl="1"/>
            <a:r>
              <a:rPr lang="en-US" sz="1700" dirty="0">
                <a:sym typeface="Wingdings" pitchFamily="2" charset="2"/>
              </a:rPr>
              <a:t>Primary prophylaxis: </a:t>
            </a:r>
            <a:r>
              <a:rPr lang="en-US" sz="1700" b="1" dirty="0">
                <a:sym typeface="Wingdings" pitchFamily="2" charset="2"/>
              </a:rPr>
              <a:t>Nonselective beta blockers</a:t>
            </a:r>
          </a:p>
          <a:p>
            <a:pPr lvl="2"/>
            <a:r>
              <a:rPr lang="en-US" sz="1700" dirty="0">
                <a:sym typeface="Wingdings" pitchFamily="2" charset="2"/>
              </a:rPr>
              <a:t>Propranolol, nadolol, carvedilol </a:t>
            </a:r>
          </a:p>
        </p:txBody>
      </p:sp>
      <p:pic>
        <p:nvPicPr>
          <p:cNvPr id="2050" name="Picture 2" descr="What are esophageal varices? Types, treatments, and more">
            <a:extLst>
              <a:ext uri="{FF2B5EF4-FFF2-40B4-BE49-F238E27FC236}">
                <a16:creationId xmlns:a16="http://schemas.microsoft.com/office/drawing/2014/main" id="{F95A96B2-068C-DD3C-C904-2857EBA8CB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6" t="6100" r="3828" b="15042"/>
          <a:stretch>
            <a:fillRect/>
          </a:stretch>
        </p:blipFill>
        <p:spPr bwMode="auto">
          <a:xfrm>
            <a:off x="6512442" y="1946605"/>
            <a:ext cx="5201023" cy="2551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9371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4557B1-D890-B964-DAAE-9629AAD66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C40CCA-EDAD-B82A-CE47-51DBFE005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Acute Variceal Hemorrhage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237493AC-8517-C45A-CB9D-33D5DBFC3F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942946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08102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82841A-1F6F-1B74-94FD-B309DF8E0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Peptic Ulcer Disease</a:t>
            </a:r>
          </a:p>
        </p:txBody>
      </p:sp>
    </p:spTree>
    <p:extLst>
      <p:ext uri="{BB962C8B-B14F-4D97-AF65-F5344CB8AC3E}">
        <p14:creationId xmlns:p14="http://schemas.microsoft.com/office/powerpoint/2010/main" val="789232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936B35-8EA0-89B9-7B4D-9DBC01414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825AF7-65E2-2BAC-9F6E-539519F98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Peptic Ulcer Disease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4160C1-BBDF-097D-0F29-1B5BA65181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414472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592244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A7B54F-6476-328A-2D8D-6B1E07E3F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5600" dirty="0"/>
              <a:t>Peptic Ulcer Disease </a:t>
            </a:r>
            <a:r>
              <a:rPr lang="en-US" sz="5600" dirty="0" err="1"/>
              <a:t>Sx</a:t>
            </a:r>
            <a:endParaRPr lang="en-US" sz="56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E40A1E03-4BC1-F772-B862-1F78E9E7E5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9192273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611626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FBF1EC-89DC-FDC7-0646-BACC618E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Peptic Ulcer Disease: H. Pylori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38A69-36C9-D388-57E4-081B5F76B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H pylori is a </a:t>
            </a:r>
            <a:r>
              <a:rPr lang="en-US" sz="2000" i="1" dirty="0"/>
              <a:t>gram negative </a:t>
            </a:r>
            <a:r>
              <a:rPr lang="en-US" sz="2000" dirty="0"/>
              <a:t>organism that survives in the gastric mucus layer</a:t>
            </a:r>
          </a:p>
          <a:p>
            <a:pPr lvl="1"/>
            <a:r>
              <a:rPr lang="en-US" sz="2000" dirty="0"/>
              <a:t>Creates urease </a:t>
            </a:r>
            <a:r>
              <a:rPr lang="en-US" sz="2000" dirty="0">
                <a:sym typeface="Wingdings" pitchFamily="2" charset="2"/>
              </a:rPr>
              <a:t> urea into ammonia  less acidic environment</a:t>
            </a:r>
          </a:p>
          <a:p>
            <a:pPr lvl="1"/>
            <a:r>
              <a:rPr lang="en-US" sz="2000" dirty="0">
                <a:sym typeface="Wingdings" pitchFamily="2" charset="2"/>
              </a:rPr>
              <a:t>Attaches to gastric epithelial cells</a:t>
            </a:r>
          </a:p>
          <a:p>
            <a:r>
              <a:rPr lang="en-US" sz="2000" u="sng" dirty="0"/>
              <a:t>Diagnosis</a:t>
            </a:r>
            <a:r>
              <a:rPr lang="en-US" sz="2000" dirty="0"/>
              <a:t>: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Urea breath test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Stool antigen test</a:t>
            </a:r>
          </a:p>
          <a:p>
            <a:pPr lvl="2"/>
            <a:r>
              <a:rPr lang="en-US" dirty="0"/>
              <a:t>Make sure you dc any PPIs for at least 4 weeks!!</a:t>
            </a:r>
          </a:p>
          <a:p>
            <a:pPr lvl="1"/>
            <a:r>
              <a:rPr lang="en-US" sz="2000" dirty="0"/>
              <a:t>EGD</a:t>
            </a:r>
          </a:p>
        </p:txBody>
      </p:sp>
    </p:spTree>
    <p:extLst>
      <p:ext uri="{BB962C8B-B14F-4D97-AF65-F5344CB8AC3E}">
        <p14:creationId xmlns:p14="http://schemas.microsoft.com/office/powerpoint/2010/main" val="212683909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EC1758-1C0C-A02E-AE1D-165CDC3DE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FC018B-96C6-6B05-7D4E-A9C02E1BB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Peptic Ulcer Disease: H. Pylori 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1C48E-456C-9DEB-72D1-9E9B48211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Quadruple therapy for 14 days:</a:t>
            </a:r>
          </a:p>
          <a:p>
            <a:pPr lvl="1"/>
            <a:r>
              <a:rPr lang="en-US" sz="2000"/>
              <a:t>PPI BID</a:t>
            </a:r>
          </a:p>
          <a:p>
            <a:pPr lvl="1"/>
            <a:r>
              <a:rPr lang="en-US" sz="2000"/>
              <a:t>Bismuth 4x daily</a:t>
            </a:r>
          </a:p>
          <a:p>
            <a:pPr lvl="1"/>
            <a:r>
              <a:rPr lang="en-US" sz="2000"/>
              <a:t>Tetracycline 500mg 4x daily</a:t>
            </a:r>
          </a:p>
          <a:p>
            <a:pPr lvl="1"/>
            <a:r>
              <a:rPr lang="en-US" sz="2000"/>
              <a:t>Metronidazole 500mg 4x daily </a:t>
            </a:r>
          </a:p>
          <a:p>
            <a:r>
              <a:rPr lang="en-US" sz="2000"/>
              <a:t>Confirm eradication</a:t>
            </a:r>
          </a:p>
          <a:p>
            <a:pPr lvl="1"/>
            <a:r>
              <a:rPr lang="en-US" sz="2000"/>
              <a:t>Repeat urea breath test at least 4 weeks after PPI and antibiotics </a:t>
            </a:r>
          </a:p>
        </p:txBody>
      </p:sp>
    </p:spTree>
    <p:extLst>
      <p:ext uri="{BB962C8B-B14F-4D97-AF65-F5344CB8AC3E}">
        <p14:creationId xmlns:p14="http://schemas.microsoft.com/office/powerpoint/2010/main" val="3974261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7FCFC-82CB-CBEF-F543-6B9EC53A5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B3BF-2873-7EAD-C4E7-045541248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Peptic Ulcer Disease: Treatment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D8E97F-9F8D-2DEB-153C-AF9B8DC47B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039541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60375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DA5AA6-AB57-4C16-6BF8-47D11E751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700">
                <a:solidFill>
                  <a:srgbClr val="FFFFFF"/>
                </a:solidFill>
              </a:rPr>
              <a:t>Peptic Ulcer Disease: Complications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79C688-D43A-81F7-5D94-6F73D2ACF6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839570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233641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5BFF8-1AEC-99CA-EE3E-608C87634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Diagnostic Pathway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EAF4E-AA23-52D5-CC7D-5BC902178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b="1"/>
              <a:t>Heartburn without alarm sx</a:t>
            </a:r>
            <a:endParaRPr lang="en-US" sz="2000"/>
          </a:p>
          <a:p>
            <a:pPr lvl="1"/>
            <a:r>
              <a:rPr lang="en-US" sz="2000"/>
              <a:t>Empiric PPI </a:t>
            </a:r>
          </a:p>
          <a:p>
            <a:r>
              <a:rPr lang="en-US" sz="2000" b="1"/>
              <a:t>Heartburn with alarm sx</a:t>
            </a:r>
            <a:endParaRPr lang="en-US" sz="2000"/>
          </a:p>
          <a:p>
            <a:pPr lvl="1"/>
            <a:r>
              <a:rPr lang="en-US" sz="2000"/>
              <a:t>EGD </a:t>
            </a:r>
          </a:p>
          <a:p>
            <a:r>
              <a:rPr lang="en-US" sz="2000" b="1"/>
              <a:t>Progressive solid dysphagia</a:t>
            </a:r>
            <a:endParaRPr lang="en-US" sz="2000"/>
          </a:p>
          <a:p>
            <a:pPr lvl="1"/>
            <a:r>
              <a:rPr lang="en-US" sz="2000"/>
              <a:t>EGD and biopsy </a:t>
            </a:r>
          </a:p>
          <a:p>
            <a:r>
              <a:rPr lang="en-US" sz="2000" b="1"/>
              <a:t>Solids and liquid dysphagia</a:t>
            </a:r>
            <a:endParaRPr lang="en-US" sz="2000"/>
          </a:p>
          <a:p>
            <a:pPr lvl="1"/>
            <a:r>
              <a:rPr lang="en-US" sz="2000"/>
              <a:t>EGD and/or manometry </a:t>
            </a:r>
          </a:p>
          <a:p>
            <a:r>
              <a:rPr lang="en-US" sz="2000" b="1"/>
              <a:t>Oropharyngeal symptoms</a:t>
            </a:r>
            <a:endParaRPr lang="en-US" sz="2000"/>
          </a:p>
          <a:p>
            <a:pPr lvl="1"/>
            <a:r>
              <a:rPr lang="en-US" sz="2000"/>
              <a:t>Speech/swallow evaluation and barium swallow </a:t>
            </a:r>
          </a:p>
          <a:p>
            <a:r>
              <a:rPr lang="en-US" sz="2000" b="1"/>
              <a:t>Suspected Zenker</a:t>
            </a:r>
            <a:endParaRPr lang="en-US" sz="2000"/>
          </a:p>
          <a:p>
            <a:pPr lvl="1"/>
            <a:r>
              <a:rPr lang="en-US" sz="2000"/>
              <a:t>Barium esophagram </a:t>
            </a:r>
          </a:p>
          <a:p>
            <a:r>
              <a:rPr lang="en-US" sz="2000" b="1"/>
              <a:t>Suspected achalasia</a:t>
            </a:r>
            <a:endParaRPr lang="en-US" sz="2000"/>
          </a:p>
          <a:p>
            <a:pPr lvl="1"/>
            <a:r>
              <a:rPr lang="en-US" sz="2000"/>
              <a:t>Barium esophagram +/- high resolution manometry</a:t>
            </a:r>
          </a:p>
        </p:txBody>
      </p:sp>
    </p:spTree>
    <p:extLst>
      <p:ext uri="{BB962C8B-B14F-4D97-AF65-F5344CB8AC3E}">
        <p14:creationId xmlns:p14="http://schemas.microsoft.com/office/powerpoint/2010/main" val="366693005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C5FCC2-29EB-298D-E673-0E83B7CC7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7527B-446D-47B9-4AE0-F82067CB4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High Yield Comparisons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84FBD5-6C11-1034-9FED-CE40ED30F0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515769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40095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DC3A83-61A0-582D-2D56-5B2EA1EB4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823" y="962166"/>
            <a:ext cx="3103808" cy="4421876"/>
          </a:xfrm>
        </p:spPr>
        <p:txBody>
          <a:bodyPr anchor="t">
            <a:normAutofit/>
          </a:bodyPr>
          <a:lstStyle/>
          <a:p>
            <a:pPr algn="r"/>
            <a:r>
              <a:rPr lang="en-US" sz="400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41E22-9886-42AD-7B04-A5DFB3691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8929" y="962167"/>
            <a:ext cx="6858113" cy="4743174"/>
          </a:xfrm>
        </p:spPr>
        <p:txBody>
          <a:bodyPr anchor="t">
            <a:normAutofit/>
          </a:bodyPr>
          <a:lstStyle/>
          <a:p>
            <a:r>
              <a:rPr lang="en-US" sz="1900"/>
              <a:t>ACG Clinical Guideline: Diagnosis and Management of GERD, 2022 </a:t>
            </a:r>
          </a:p>
          <a:p>
            <a:r>
              <a:rPr lang="en-US" sz="1900"/>
              <a:t>ASGE Guideline on Diagnosis and Management of GERD, 2025</a:t>
            </a:r>
          </a:p>
          <a:p>
            <a:r>
              <a:rPr lang="en-US" sz="1900"/>
              <a:t>Updated ACG Guideline: Barrett’s Esophagus, 2022 </a:t>
            </a:r>
          </a:p>
          <a:p>
            <a:r>
              <a:rPr lang="en-US" sz="1900"/>
              <a:t>ACG Clinical Guideline: Eosinophilic Esophagitis, 2025 </a:t>
            </a:r>
          </a:p>
          <a:p>
            <a:r>
              <a:rPr lang="en-US" sz="1900"/>
              <a:t>ACG Clinical Guideline: Achalasia, 2020 </a:t>
            </a:r>
          </a:p>
          <a:p>
            <a:r>
              <a:rPr lang="en-US" sz="1900"/>
              <a:t>Chicago Classification of Esophageal Motility Disorders v4.0, 2021 ACG Clinical Guideline: Upper GI and Ulcer Bleeding, 2021 </a:t>
            </a:r>
          </a:p>
          <a:p>
            <a:r>
              <a:rPr lang="en-US" sz="1900"/>
              <a:t>AASLD Practice Guidance: Portal Hypertension and Varices, 2024</a:t>
            </a:r>
          </a:p>
          <a:p>
            <a:r>
              <a:rPr lang="en-US" sz="1900"/>
              <a:t>Current reviews on Zenker diverticulum and Mallory-Weiss syndrome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chemeClr val="accent1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28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2548</Words>
  <Application>Microsoft Office PowerPoint</Application>
  <PresentationFormat>Widescreen</PresentationFormat>
  <Paragraphs>624</Paragraphs>
  <Slides>75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1" baseType="lpstr">
      <vt:lpstr>Aptos</vt:lpstr>
      <vt:lpstr>Aptos Display</vt:lpstr>
      <vt:lpstr>Arial</vt:lpstr>
      <vt:lpstr>Calibri</vt:lpstr>
      <vt:lpstr>Wingdings</vt:lpstr>
      <vt:lpstr>Office Theme</vt:lpstr>
      <vt:lpstr>Upper GI Disorders</vt:lpstr>
      <vt:lpstr>Learning Objectives</vt:lpstr>
      <vt:lpstr>Lecture Roadmap</vt:lpstr>
      <vt:lpstr>Esophageal Anatomy &amp; Histology</vt:lpstr>
      <vt:lpstr>Normal Swallowing &amp; Anti-Reflux Physiology</vt:lpstr>
      <vt:lpstr>Common Symptoms</vt:lpstr>
      <vt:lpstr>Dysphagia</vt:lpstr>
      <vt:lpstr>Dysphagia: Solids vs Liquids?</vt:lpstr>
      <vt:lpstr>Dysphagia: Alarm Symptoms</vt:lpstr>
      <vt:lpstr>Dysphagia: History </vt:lpstr>
      <vt:lpstr>Dysphagia: Examination </vt:lpstr>
      <vt:lpstr>Dysphagia: Diagnostic Tools</vt:lpstr>
      <vt:lpstr>Dysphagia: Diagnostic Pathway</vt:lpstr>
      <vt:lpstr>GERD &amp; Barrett’s Esophagus</vt:lpstr>
      <vt:lpstr>GERD &amp; Barrett’s Esophagus </vt:lpstr>
      <vt:lpstr>GERD Pathophysiology</vt:lpstr>
      <vt:lpstr>GERD: Clinical Presentation</vt:lpstr>
      <vt:lpstr>GERD: Diagnosis</vt:lpstr>
      <vt:lpstr>GERD: Management</vt:lpstr>
      <vt:lpstr>GERD: Long-Term Complications</vt:lpstr>
      <vt:lpstr>Barrett’s Esophagus: Pathophysiology</vt:lpstr>
      <vt:lpstr>Barrett’s Esophagus: Screening</vt:lpstr>
      <vt:lpstr>Barrett’s Esophagus: Diagnosis</vt:lpstr>
      <vt:lpstr>Barrett’s Esophagus: Management</vt:lpstr>
      <vt:lpstr>Esophagitis &amp; Strictures</vt:lpstr>
      <vt:lpstr>Esophagitis &amp; Strictures</vt:lpstr>
      <vt:lpstr>Reflux Esophagitis</vt:lpstr>
      <vt:lpstr>Pill-Induced Esophagitis</vt:lpstr>
      <vt:lpstr>Infectious Esophagitis</vt:lpstr>
      <vt:lpstr>Infectious Esophagitis</vt:lpstr>
      <vt:lpstr>Eosinophilic Esophagitis (EoE)</vt:lpstr>
      <vt:lpstr>Eosinophilic Esophagitis (EoE): Presentation</vt:lpstr>
      <vt:lpstr>Eosinophilic Esophagitis (EoE): Diagnosis</vt:lpstr>
      <vt:lpstr>Eosinophilic Esophagitis (EoE): Treatment</vt:lpstr>
      <vt:lpstr>Esophageal Strictures</vt:lpstr>
      <vt:lpstr>Esophageal Strictures</vt:lpstr>
      <vt:lpstr>Esophageal Strictures: Presentation</vt:lpstr>
      <vt:lpstr>Esophageal Strictures: Evaluation</vt:lpstr>
      <vt:lpstr>Esophageal Strictures: Treatment</vt:lpstr>
      <vt:lpstr>Rings &amp; Webs</vt:lpstr>
      <vt:lpstr>Esophageal Motility Disorders</vt:lpstr>
      <vt:lpstr>Esophageal Dysmotility Causes</vt:lpstr>
      <vt:lpstr>Esophageal Motility: Examples</vt:lpstr>
      <vt:lpstr>Esophageal Motility: Diagnosis</vt:lpstr>
      <vt:lpstr>Achalasia</vt:lpstr>
      <vt:lpstr>Achalasia: Presentation</vt:lpstr>
      <vt:lpstr>Achalasia: Evaluation</vt:lpstr>
      <vt:lpstr>Achalasia: Treatment</vt:lpstr>
      <vt:lpstr>Diffuse Esophageal Spasm</vt:lpstr>
      <vt:lpstr>Diffuse Esophageal Spasm: Treatment</vt:lpstr>
      <vt:lpstr>Hypercontractile Esophagus</vt:lpstr>
      <vt:lpstr>PowerPoint Presentation</vt:lpstr>
      <vt:lpstr>Pseudoachalasia</vt:lpstr>
      <vt:lpstr>Zenker Diverticulum</vt:lpstr>
      <vt:lpstr>Zenker’s Diverticulum: Pathophysiology</vt:lpstr>
      <vt:lpstr>Zenker’s Diverticulum: Pathophysiology</vt:lpstr>
      <vt:lpstr>Esophageal Bleeding Disorders</vt:lpstr>
      <vt:lpstr>Upper GI Bleeding</vt:lpstr>
      <vt:lpstr>Upper GI Bleeding: Causes</vt:lpstr>
      <vt:lpstr>Upper GI Bleeding: Initial Stabilization</vt:lpstr>
      <vt:lpstr>Mallory-Weiss Tear</vt:lpstr>
      <vt:lpstr>Mallory-Weiss Tear: Diagnosis &amp; Treatment</vt:lpstr>
      <vt:lpstr>Boerhaave’s syndrome</vt:lpstr>
      <vt:lpstr>Esophageal Varices</vt:lpstr>
      <vt:lpstr>Acute Variceal Hemorrhage</vt:lpstr>
      <vt:lpstr>Peptic Ulcer Disease</vt:lpstr>
      <vt:lpstr>Peptic Ulcer Disease</vt:lpstr>
      <vt:lpstr>Peptic Ulcer Disease Sx</vt:lpstr>
      <vt:lpstr>Peptic Ulcer Disease: H. Pylori</vt:lpstr>
      <vt:lpstr>Peptic Ulcer Disease: H. Pylori Treatment</vt:lpstr>
      <vt:lpstr>Peptic Ulcer Disease: Treatment</vt:lpstr>
      <vt:lpstr>Peptic Ulcer Disease: Complications</vt:lpstr>
      <vt:lpstr>Diagnostic Pathway Summary</vt:lpstr>
      <vt:lpstr>High Yield Comparisons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Zoya Khan</dc:creator>
  <cp:lastModifiedBy>Hammett, Angela</cp:lastModifiedBy>
  <cp:revision>8</cp:revision>
  <cp:lastPrinted>2026-07-22T23:50:44Z</cp:lastPrinted>
  <dcterms:created xsi:type="dcterms:W3CDTF">2026-07-22T22:39:03Z</dcterms:created>
  <dcterms:modified xsi:type="dcterms:W3CDTF">2026-07-25T20:28:31Z</dcterms:modified>
</cp:coreProperties>
</file>